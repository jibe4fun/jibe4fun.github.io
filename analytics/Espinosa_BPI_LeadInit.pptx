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4.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5.xml" ContentType="application/vnd.openxmlformats-officedocument.themeOverride+xml"/>
  <Override PartName="/ppt/notesSlides/notesSlide15.xml" ContentType="application/vnd.openxmlformats-officedocument.presentationml.notesSlide+xml"/>
  <Override PartName="/ppt/theme/themeOverride6.xml" ContentType="application/vnd.openxmlformats-officedocument.themeOverride+xml"/>
  <Override PartName="/ppt/notesSlides/notesSlide16.xml" ContentType="application/vnd.openxmlformats-officedocument.presentationml.notesSlide+xml"/>
  <Override PartName="/ppt/theme/themeOverride7.xml" ContentType="application/vnd.openxmlformats-officedocument.themeOverride+xml"/>
  <Override PartName="/ppt/notesSlides/notesSlide17.xml" ContentType="application/vnd.openxmlformats-officedocument.presentationml.notesSlide+xml"/>
  <Override PartName="/ppt/theme/themeOverride8.xml" ContentType="application/vnd.openxmlformats-officedocument.themeOverride+xml"/>
  <Override PartName="/ppt/notesSlides/notesSlide18.xml" ContentType="application/vnd.openxmlformats-officedocument.presentationml.notesSlide+xml"/>
  <Override PartName="/ppt/theme/themeOverride9.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877" r:id="rId1"/>
    <p:sldMasterId id="2147485072" r:id="rId2"/>
    <p:sldMasterId id="2147485147" r:id="rId3"/>
  </p:sldMasterIdLst>
  <p:notesMasterIdLst>
    <p:notesMasterId r:id="rId29"/>
  </p:notesMasterIdLst>
  <p:handoutMasterIdLst>
    <p:handoutMasterId r:id="rId30"/>
  </p:handoutMasterIdLst>
  <p:sldIdLst>
    <p:sldId id="676" r:id="rId4"/>
    <p:sldId id="141169355" r:id="rId5"/>
    <p:sldId id="141169357" r:id="rId6"/>
    <p:sldId id="141169447" r:id="rId7"/>
    <p:sldId id="141169358" r:id="rId8"/>
    <p:sldId id="465" r:id="rId9"/>
    <p:sldId id="141169446" r:id="rId10"/>
    <p:sldId id="141169356" r:id="rId11"/>
    <p:sldId id="499" r:id="rId12"/>
    <p:sldId id="502" r:id="rId13"/>
    <p:sldId id="493" r:id="rId14"/>
    <p:sldId id="459" r:id="rId15"/>
    <p:sldId id="141169449" r:id="rId16"/>
    <p:sldId id="141169450" r:id="rId17"/>
    <p:sldId id="449" r:id="rId18"/>
    <p:sldId id="451" r:id="rId19"/>
    <p:sldId id="454" r:id="rId20"/>
    <p:sldId id="455" r:id="rId21"/>
    <p:sldId id="456" r:id="rId22"/>
    <p:sldId id="141169448" r:id="rId23"/>
    <p:sldId id="141169451" r:id="rId24"/>
    <p:sldId id="141169452" r:id="rId25"/>
    <p:sldId id="141169453" r:id="rId26"/>
    <p:sldId id="141169454" r:id="rId27"/>
    <p:sldId id="141169445" r:id="rId28"/>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00"/>
    <a:srgbClr val="996600"/>
    <a:srgbClr val="0033CC"/>
    <a:srgbClr val="800000"/>
    <a:srgbClr val="000099"/>
    <a:srgbClr val="009A46"/>
    <a:srgbClr val="33CC33"/>
    <a:srgbClr val="ADF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326"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60" d="100"/>
        <a:sy n="16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handoutMaster" Target="handoutMasters/handoutMaster1.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B82790B8-53DB-8106-D474-44033F8E6BF3}"/>
              </a:ext>
            </a:extLst>
          </p:cNvPr>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4837" tIns="47418" rIns="94837" bIns="47418" numCol="1" anchor="t" anchorCtr="0" compatLnSpc="1">
            <a:prstTxWarp prst="textNoShape">
              <a:avLst/>
            </a:prstTxWarp>
          </a:bodyPr>
          <a:lstStyle>
            <a:lvl1pPr defTabSz="946861" eaLnBrk="0" hangingPunct="0">
              <a:defRPr sz="1200">
                <a:latin typeface="Times New Roman" pitchFamily="-65" charset="0"/>
                <a:ea typeface="ＭＳ Ｐゴシック" pitchFamily="-65" charset="-128"/>
                <a:cs typeface="+mn-cs"/>
              </a:defRPr>
            </a:lvl1pPr>
          </a:lstStyle>
          <a:p>
            <a:pPr>
              <a:defRPr/>
            </a:pPr>
            <a:endParaRPr lang="en-US"/>
          </a:p>
        </p:txBody>
      </p:sp>
      <p:sp>
        <p:nvSpPr>
          <p:cNvPr id="258051" name="Rectangle 3">
            <a:extLst>
              <a:ext uri="{FF2B5EF4-FFF2-40B4-BE49-F238E27FC236}">
                <a16:creationId xmlns:a16="http://schemas.microsoft.com/office/drawing/2014/main" id="{BB1D27F8-0A00-4A74-E29B-879A456C62A3}"/>
              </a:ext>
            </a:extLst>
          </p:cNvPr>
          <p:cNvSpPr>
            <a:spLocks noGrp="1" noChangeArrowheads="1"/>
          </p:cNvSpPr>
          <p:nvPr>
            <p:ph type="dt" sz="quarter" idx="1"/>
          </p:nvPr>
        </p:nvSpPr>
        <p:spPr bwMode="auto">
          <a:xfrm>
            <a:off x="4143375" y="0"/>
            <a:ext cx="3170238" cy="481013"/>
          </a:xfrm>
          <a:prstGeom prst="rect">
            <a:avLst/>
          </a:prstGeom>
          <a:noFill/>
          <a:ln w="9525">
            <a:noFill/>
            <a:miter lim="800000"/>
            <a:headEnd/>
            <a:tailEnd/>
          </a:ln>
          <a:effectLst/>
        </p:spPr>
        <p:txBody>
          <a:bodyPr vert="horz" wrap="square" lIns="94837" tIns="47418" rIns="94837" bIns="47418" numCol="1" anchor="t" anchorCtr="0" compatLnSpc="1">
            <a:prstTxWarp prst="textNoShape">
              <a:avLst/>
            </a:prstTxWarp>
          </a:bodyPr>
          <a:lstStyle>
            <a:lvl1pPr algn="r" defTabSz="946861" eaLnBrk="0" hangingPunct="0">
              <a:defRPr sz="1200">
                <a:latin typeface="Times New Roman" pitchFamily="-65" charset="0"/>
                <a:ea typeface="ＭＳ Ｐゴシック" pitchFamily="-65" charset="-128"/>
                <a:cs typeface="+mn-cs"/>
              </a:defRPr>
            </a:lvl1pPr>
          </a:lstStyle>
          <a:p>
            <a:pPr>
              <a:defRPr/>
            </a:pPr>
            <a:endParaRPr lang="en-US"/>
          </a:p>
        </p:txBody>
      </p:sp>
      <p:sp>
        <p:nvSpPr>
          <p:cNvPr id="258052" name="Rectangle 4">
            <a:extLst>
              <a:ext uri="{FF2B5EF4-FFF2-40B4-BE49-F238E27FC236}">
                <a16:creationId xmlns:a16="http://schemas.microsoft.com/office/drawing/2014/main" id="{A175FBAE-9FE0-5C5B-395D-5CD811C53E27}"/>
              </a:ext>
            </a:extLst>
          </p:cNvPr>
          <p:cNvSpPr>
            <a:spLocks noGrp="1" noChangeArrowheads="1"/>
          </p:cNvSpPr>
          <p:nvPr>
            <p:ph type="ftr" sz="quarter" idx="2"/>
          </p:nvPr>
        </p:nvSpPr>
        <p:spPr bwMode="auto">
          <a:xfrm>
            <a:off x="0" y="9118600"/>
            <a:ext cx="3170238" cy="481013"/>
          </a:xfrm>
          <a:prstGeom prst="rect">
            <a:avLst/>
          </a:prstGeom>
          <a:noFill/>
          <a:ln w="9525">
            <a:noFill/>
            <a:miter lim="800000"/>
            <a:headEnd/>
            <a:tailEnd/>
          </a:ln>
          <a:effectLst/>
        </p:spPr>
        <p:txBody>
          <a:bodyPr vert="horz" wrap="square" lIns="94837" tIns="47418" rIns="94837" bIns="47418" numCol="1" anchor="b" anchorCtr="0" compatLnSpc="1">
            <a:prstTxWarp prst="textNoShape">
              <a:avLst/>
            </a:prstTxWarp>
          </a:bodyPr>
          <a:lstStyle>
            <a:lvl1pPr defTabSz="946861" eaLnBrk="0" hangingPunct="0">
              <a:defRPr sz="1200">
                <a:latin typeface="Times New Roman" pitchFamily="-65" charset="0"/>
                <a:ea typeface="ＭＳ Ｐゴシック" pitchFamily="-65" charset="-128"/>
                <a:cs typeface="+mn-cs"/>
              </a:defRPr>
            </a:lvl1pPr>
          </a:lstStyle>
          <a:p>
            <a:pPr>
              <a:defRPr/>
            </a:pPr>
            <a:endParaRPr lang="en-US"/>
          </a:p>
        </p:txBody>
      </p:sp>
      <p:sp>
        <p:nvSpPr>
          <p:cNvPr id="258053" name="Rectangle 5">
            <a:extLst>
              <a:ext uri="{FF2B5EF4-FFF2-40B4-BE49-F238E27FC236}">
                <a16:creationId xmlns:a16="http://schemas.microsoft.com/office/drawing/2014/main" id="{6805DC94-5B0B-B795-1CFE-3BB94927697D}"/>
              </a:ext>
            </a:extLst>
          </p:cNvPr>
          <p:cNvSpPr>
            <a:spLocks noGrp="1" noChangeArrowheads="1"/>
          </p:cNvSpPr>
          <p:nvPr>
            <p:ph type="sldNum" sz="quarter" idx="3"/>
          </p:nvPr>
        </p:nvSpPr>
        <p:spPr bwMode="auto">
          <a:xfrm>
            <a:off x="4143375" y="9118600"/>
            <a:ext cx="3170238" cy="481013"/>
          </a:xfrm>
          <a:prstGeom prst="rect">
            <a:avLst/>
          </a:prstGeom>
          <a:noFill/>
          <a:ln w="9525">
            <a:noFill/>
            <a:miter lim="800000"/>
            <a:headEnd/>
            <a:tailEnd/>
          </a:ln>
          <a:effectLst/>
        </p:spPr>
        <p:txBody>
          <a:bodyPr vert="horz" wrap="square" lIns="94837" tIns="47418" rIns="94837" bIns="47418" numCol="1" anchor="b" anchorCtr="0" compatLnSpc="1">
            <a:prstTxWarp prst="textNoShape">
              <a:avLst/>
            </a:prstTxWarp>
          </a:bodyPr>
          <a:lstStyle>
            <a:lvl1pPr algn="r" defTabSz="946150" eaLnBrk="0" hangingPunct="0">
              <a:defRPr sz="1200"/>
            </a:lvl1pPr>
          </a:lstStyle>
          <a:p>
            <a:pPr>
              <a:defRPr/>
            </a:pPr>
            <a:fld id="{402F3ACD-3F41-47ED-8859-F49C6A8EB17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00876F1C-8F3E-F755-52E0-DF3E26CB880F}"/>
              </a:ext>
            </a:extLst>
          </p:cNvPr>
          <p:cNvSpPr>
            <a:spLocks noGrp="1" noChangeArrowheads="1"/>
          </p:cNvSpPr>
          <p:nvPr>
            <p:ph type="hdr" sz="quarter"/>
          </p:nvPr>
        </p:nvSpPr>
        <p:spPr bwMode="auto">
          <a:xfrm>
            <a:off x="0" y="0"/>
            <a:ext cx="3179763" cy="471488"/>
          </a:xfrm>
          <a:prstGeom prst="rect">
            <a:avLst/>
          </a:prstGeom>
          <a:noFill/>
          <a:ln w="12700" cap="sq">
            <a:noFill/>
            <a:miter lim="800000"/>
            <a:headEnd type="none" w="sm" len="sm"/>
            <a:tailEnd type="none" w="sm" len="sm"/>
          </a:ln>
          <a:effectLst/>
        </p:spPr>
        <p:txBody>
          <a:bodyPr vert="horz" wrap="square" lIns="94837" tIns="47418" rIns="94837" bIns="47418" numCol="1" anchor="t" anchorCtr="0" compatLnSpc="1">
            <a:prstTxWarp prst="textNoShape">
              <a:avLst/>
            </a:prstTxWarp>
          </a:bodyPr>
          <a:lstStyle>
            <a:lvl1pPr defTabSz="946861" eaLnBrk="0" hangingPunct="0">
              <a:defRPr sz="1200">
                <a:latin typeface="Times New Roman" pitchFamily="-65" charset="0"/>
                <a:ea typeface="ＭＳ Ｐゴシック" pitchFamily="-65" charset="-128"/>
                <a:cs typeface="+mn-cs"/>
              </a:defRPr>
            </a:lvl1pPr>
          </a:lstStyle>
          <a:p>
            <a:pPr>
              <a:defRPr/>
            </a:pPr>
            <a:endParaRPr lang="en-US"/>
          </a:p>
        </p:txBody>
      </p:sp>
      <p:sp>
        <p:nvSpPr>
          <p:cNvPr id="71683" name="Rectangle 3">
            <a:extLst>
              <a:ext uri="{FF2B5EF4-FFF2-40B4-BE49-F238E27FC236}">
                <a16:creationId xmlns:a16="http://schemas.microsoft.com/office/drawing/2014/main" id="{23CDCADD-A519-5A0E-A185-475387245669}"/>
              </a:ext>
            </a:extLst>
          </p:cNvPr>
          <p:cNvSpPr>
            <a:spLocks noGrp="1" noChangeArrowheads="1"/>
          </p:cNvSpPr>
          <p:nvPr>
            <p:ph type="dt" idx="1"/>
          </p:nvPr>
        </p:nvSpPr>
        <p:spPr bwMode="auto">
          <a:xfrm>
            <a:off x="4135438" y="0"/>
            <a:ext cx="3179762" cy="471488"/>
          </a:xfrm>
          <a:prstGeom prst="rect">
            <a:avLst/>
          </a:prstGeom>
          <a:noFill/>
          <a:ln w="12700" cap="sq">
            <a:noFill/>
            <a:miter lim="800000"/>
            <a:headEnd type="none" w="sm" len="sm"/>
            <a:tailEnd type="none" w="sm" len="sm"/>
          </a:ln>
          <a:effectLst/>
        </p:spPr>
        <p:txBody>
          <a:bodyPr vert="horz" wrap="square" lIns="94837" tIns="47418" rIns="94837" bIns="47418" numCol="1" anchor="t" anchorCtr="0" compatLnSpc="1">
            <a:prstTxWarp prst="textNoShape">
              <a:avLst/>
            </a:prstTxWarp>
          </a:bodyPr>
          <a:lstStyle>
            <a:lvl1pPr algn="r" defTabSz="946861" eaLnBrk="0" hangingPunct="0">
              <a:defRPr sz="1200">
                <a:latin typeface="Times New Roman" pitchFamily="-65" charset="0"/>
                <a:ea typeface="ＭＳ Ｐゴシック" pitchFamily="-65" charset="-128"/>
                <a:cs typeface="+mn-cs"/>
              </a:defRPr>
            </a:lvl1pPr>
          </a:lstStyle>
          <a:p>
            <a:pPr>
              <a:defRPr/>
            </a:pPr>
            <a:endParaRPr lang="en-US"/>
          </a:p>
        </p:txBody>
      </p:sp>
      <p:sp>
        <p:nvSpPr>
          <p:cNvPr id="50180" name="Rectangle 4">
            <a:extLst>
              <a:ext uri="{FF2B5EF4-FFF2-40B4-BE49-F238E27FC236}">
                <a16:creationId xmlns:a16="http://schemas.microsoft.com/office/drawing/2014/main" id="{0C205F0A-9399-8F87-8E57-6E1B79C9B66E}"/>
              </a:ext>
            </a:extLst>
          </p:cNvPr>
          <p:cNvSpPr>
            <a:spLocks noGrp="1" noRot="1" noChangeAspect="1" noChangeArrowheads="1" noTextEdit="1"/>
          </p:cNvSpPr>
          <p:nvPr>
            <p:ph type="sldImg" idx="2"/>
          </p:nvPr>
        </p:nvSpPr>
        <p:spPr bwMode="auto">
          <a:xfrm>
            <a:off x="1244600" y="708025"/>
            <a:ext cx="4829175" cy="36210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5" name="Rectangle 5">
            <a:extLst>
              <a:ext uri="{FF2B5EF4-FFF2-40B4-BE49-F238E27FC236}">
                <a16:creationId xmlns:a16="http://schemas.microsoft.com/office/drawing/2014/main" id="{5B888FDC-EB11-1BD8-6B8A-CAAE69FF41CA}"/>
              </a:ext>
            </a:extLst>
          </p:cNvPr>
          <p:cNvSpPr>
            <a:spLocks noGrp="1" noChangeArrowheads="1"/>
          </p:cNvSpPr>
          <p:nvPr>
            <p:ph type="body" sz="quarter" idx="3"/>
          </p:nvPr>
        </p:nvSpPr>
        <p:spPr bwMode="auto">
          <a:xfrm>
            <a:off x="954088" y="4564063"/>
            <a:ext cx="5407025" cy="4329112"/>
          </a:xfrm>
          <a:prstGeom prst="rect">
            <a:avLst/>
          </a:prstGeom>
          <a:noFill/>
          <a:ln w="12700" cap="sq">
            <a:noFill/>
            <a:miter lim="800000"/>
            <a:headEnd type="none" w="sm" len="sm"/>
            <a:tailEnd type="none" w="sm" len="sm"/>
          </a:ln>
          <a:effectLst/>
        </p:spPr>
        <p:txBody>
          <a:bodyPr vert="horz" wrap="square" lIns="94837" tIns="47418" rIns="94837" bIns="4741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686" name="Rectangle 6">
            <a:extLst>
              <a:ext uri="{FF2B5EF4-FFF2-40B4-BE49-F238E27FC236}">
                <a16:creationId xmlns:a16="http://schemas.microsoft.com/office/drawing/2014/main" id="{AC9CCEA1-8E2D-2E60-DE95-1C66E088232B}"/>
              </a:ext>
            </a:extLst>
          </p:cNvPr>
          <p:cNvSpPr>
            <a:spLocks noGrp="1" noChangeArrowheads="1"/>
          </p:cNvSpPr>
          <p:nvPr>
            <p:ph type="ftr" sz="quarter" idx="4"/>
          </p:nvPr>
        </p:nvSpPr>
        <p:spPr bwMode="auto">
          <a:xfrm>
            <a:off x="0" y="9129713"/>
            <a:ext cx="3179763" cy="471487"/>
          </a:xfrm>
          <a:prstGeom prst="rect">
            <a:avLst/>
          </a:prstGeom>
          <a:noFill/>
          <a:ln w="12700" cap="sq">
            <a:noFill/>
            <a:miter lim="800000"/>
            <a:headEnd type="none" w="sm" len="sm"/>
            <a:tailEnd type="none" w="sm" len="sm"/>
          </a:ln>
          <a:effectLst/>
        </p:spPr>
        <p:txBody>
          <a:bodyPr vert="horz" wrap="square" lIns="94837" tIns="47418" rIns="94837" bIns="47418" numCol="1" anchor="b" anchorCtr="0" compatLnSpc="1">
            <a:prstTxWarp prst="textNoShape">
              <a:avLst/>
            </a:prstTxWarp>
          </a:bodyPr>
          <a:lstStyle>
            <a:lvl1pPr defTabSz="946861" eaLnBrk="0" hangingPunct="0">
              <a:defRPr sz="1200">
                <a:latin typeface="Times New Roman" pitchFamily="-65" charset="0"/>
                <a:ea typeface="ＭＳ Ｐゴシック" pitchFamily="-65" charset="-128"/>
                <a:cs typeface="+mn-cs"/>
              </a:defRPr>
            </a:lvl1pPr>
          </a:lstStyle>
          <a:p>
            <a:pPr>
              <a:defRPr/>
            </a:pPr>
            <a:endParaRPr lang="en-US"/>
          </a:p>
        </p:txBody>
      </p:sp>
      <p:sp>
        <p:nvSpPr>
          <p:cNvPr id="71687" name="Rectangle 7">
            <a:extLst>
              <a:ext uri="{FF2B5EF4-FFF2-40B4-BE49-F238E27FC236}">
                <a16:creationId xmlns:a16="http://schemas.microsoft.com/office/drawing/2014/main" id="{77536B5D-DAB8-4D58-2C25-12DA884EB1C9}"/>
              </a:ext>
            </a:extLst>
          </p:cNvPr>
          <p:cNvSpPr>
            <a:spLocks noGrp="1" noChangeArrowheads="1"/>
          </p:cNvSpPr>
          <p:nvPr>
            <p:ph type="sldNum" sz="quarter" idx="5"/>
          </p:nvPr>
        </p:nvSpPr>
        <p:spPr bwMode="auto">
          <a:xfrm>
            <a:off x="4135438" y="9129713"/>
            <a:ext cx="3179762" cy="471487"/>
          </a:xfrm>
          <a:prstGeom prst="rect">
            <a:avLst/>
          </a:prstGeom>
          <a:noFill/>
          <a:ln w="12700" cap="sq">
            <a:noFill/>
            <a:miter lim="800000"/>
            <a:headEnd type="none" w="sm" len="sm"/>
            <a:tailEnd type="none" w="sm" len="sm"/>
          </a:ln>
          <a:effectLst/>
        </p:spPr>
        <p:txBody>
          <a:bodyPr vert="horz" wrap="square" lIns="94837" tIns="47418" rIns="94837" bIns="47418" numCol="1" anchor="b" anchorCtr="0" compatLnSpc="1">
            <a:prstTxWarp prst="textNoShape">
              <a:avLst/>
            </a:prstTxWarp>
          </a:bodyPr>
          <a:lstStyle>
            <a:lvl1pPr algn="r" defTabSz="946150" eaLnBrk="0" hangingPunct="0">
              <a:defRPr sz="1200"/>
            </a:lvl1pPr>
          </a:lstStyle>
          <a:p>
            <a:pPr>
              <a:defRPr/>
            </a:pPr>
            <a:fld id="{C3BE26B0-21E9-42BF-BA83-E55B2617376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ゴシック" pitchFamily="-65" charset="-128"/>
        <a:cs typeface="ＭＳ Ｐゴシック"/>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ゴシック" pitchFamily="-65" charset="-128"/>
        <a:cs typeface="ＭＳ Ｐゴシック"/>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ゴシック" pitchFamily="-65" charset="-128"/>
        <a:cs typeface="ＭＳ Ｐゴシック"/>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ゴシック" pitchFamily="-65" charset="-128"/>
        <a:cs typeface="ＭＳ Ｐゴシック"/>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ゴシック" pitchFamily="-65" charset="-128"/>
        <a:cs typeface="ＭＳ Ｐゴシック"/>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A0F43509-CAFC-896E-55F4-692E679CC26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4615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4615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4615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4615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92E55062-0423-47AB-A399-361ED45BEA42}" type="slidenum">
              <a:rPr lang="en-US" altLang="en-US" sz="1200" smtClean="0"/>
              <a:pPr/>
              <a:t>1</a:t>
            </a:fld>
            <a:endParaRPr lang="en-US" altLang="en-US" sz="1200"/>
          </a:p>
        </p:txBody>
      </p:sp>
      <p:sp>
        <p:nvSpPr>
          <p:cNvPr id="53251" name="Rectangle 2">
            <a:extLst>
              <a:ext uri="{FF2B5EF4-FFF2-40B4-BE49-F238E27FC236}">
                <a16:creationId xmlns:a16="http://schemas.microsoft.com/office/drawing/2014/main" id="{8CFF62A5-E6A2-7D55-2A3E-68A5A85972A8}"/>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98877F1-79B1-521B-6DD8-A0EB518614B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FF0B603-E30C-D8FA-D23D-FC370D16AD0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C55849F-7DFD-4861-9C15-DFAA6948AF4B}" type="slidenum">
              <a:rPr kumimoji="0" lang="en-US" altLang="en-US" smtClean="0"/>
              <a:pPr>
                <a:spcBef>
                  <a:spcPct val="0"/>
                </a:spcBef>
              </a:pPr>
              <a:t>2</a:t>
            </a:fld>
            <a:endParaRPr kumimoji="0" lang="en-US" altLang="en-US"/>
          </a:p>
        </p:txBody>
      </p:sp>
      <p:sp>
        <p:nvSpPr>
          <p:cNvPr id="55299" name="Notes Placeholder 1">
            <a:extLst>
              <a:ext uri="{FF2B5EF4-FFF2-40B4-BE49-F238E27FC236}">
                <a16:creationId xmlns:a16="http://schemas.microsoft.com/office/drawing/2014/main" id="{96EA5A45-D9C3-3DB9-4275-7EB17C4B467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ED0EE06E-DA8D-3F68-85A3-BF227B02216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4DE2820-298D-4D3D-B421-138BC11CC79A}" type="slidenum">
              <a:rPr kumimoji="0" lang="en-US" altLang="en-US" smtClean="0"/>
              <a:pPr>
                <a:spcBef>
                  <a:spcPct val="0"/>
                </a:spcBef>
              </a:pPr>
              <a:t>3</a:t>
            </a:fld>
            <a:endParaRPr kumimoji="0"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CADE40FC-F50C-3AC3-8853-EDE2C2CC34F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7356EE5-3E02-4B54-9A30-D7EF4C95F070}" type="slidenum">
              <a:rPr kumimoji="0" lang="en-US" altLang="en-US" smtClean="0"/>
              <a:pPr>
                <a:spcBef>
                  <a:spcPct val="0"/>
                </a:spcBef>
              </a:pPr>
              <a:t>4</a:t>
            </a:fld>
            <a:endParaRPr kumimoji="0"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42DB3EC1-E5DF-8B95-E524-7448C4AF3EA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F3F0F73-9E5C-404E-84D5-793F2505CF33}" type="slidenum">
              <a:rPr kumimoji="0" lang="en-US" altLang="en-US" smtClean="0"/>
              <a:pPr>
                <a:spcBef>
                  <a:spcPct val="0"/>
                </a:spcBef>
              </a:pPr>
              <a:t>5</a:t>
            </a:fld>
            <a:endParaRPr kumimoji="0" lang="en-US" altLang="en-US"/>
          </a:p>
        </p:txBody>
      </p:sp>
      <p:sp>
        <p:nvSpPr>
          <p:cNvPr id="61443" name="Rectangle 2">
            <a:extLst>
              <a:ext uri="{FF2B5EF4-FFF2-40B4-BE49-F238E27FC236}">
                <a16:creationId xmlns:a16="http://schemas.microsoft.com/office/drawing/2014/main" id="{9AF9041C-DD5F-04BB-A069-001FD61C426E}"/>
              </a:ext>
            </a:extLst>
          </p:cNvPr>
          <p:cNvSpPr>
            <a:spLocks noGrp="1" noRot="1" noChangeAspect="1" noChangeArrowheads="1" noTextEdit="1"/>
          </p:cNvSpPr>
          <p:nvPr>
            <p:ph type="sldImg"/>
          </p:nvPr>
        </p:nvSpPr>
        <p:spPr>
          <a:xfrm>
            <a:off x="2887663" y="517525"/>
            <a:ext cx="3524250" cy="2643188"/>
          </a:xfrm>
          <a:ln/>
        </p:spPr>
      </p:sp>
      <p:sp>
        <p:nvSpPr>
          <p:cNvPr id="61444" name="Rectangle 3">
            <a:extLst>
              <a:ext uri="{FF2B5EF4-FFF2-40B4-BE49-F238E27FC236}">
                <a16:creationId xmlns:a16="http://schemas.microsoft.com/office/drawing/2014/main" id="{29EDD0C5-D925-B6B3-F428-BD49D3290E9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FFA3E074-2CDC-E2D1-E6BC-8B55B366B8D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2BEF93A-D380-4B6D-907A-31B1B5B0AA99}" type="slidenum">
              <a:rPr kumimoji="0" lang="en-US" altLang="en-US" smtClean="0"/>
              <a:pPr>
                <a:spcBef>
                  <a:spcPct val="0"/>
                </a:spcBef>
              </a:pPr>
              <a:t>6</a:t>
            </a:fld>
            <a:endParaRPr kumimoji="0" lang="en-US" altLang="en-US"/>
          </a:p>
        </p:txBody>
      </p:sp>
      <p:sp>
        <p:nvSpPr>
          <p:cNvPr id="63491" name="Rectangle 2">
            <a:extLst>
              <a:ext uri="{FF2B5EF4-FFF2-40B4-BE49-F238E27FC236}">
                <a16:creationId xmlns:a16="http://schemas.microsoft.com/office/drawing/2014/main" id="{F24F04D7-F36C-461E-F9F5-0BA035D8C543}"/>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C75EEFB5-7275-EFD0-B76A-3320A9DC93E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spcBef>
                <a:spcPct val="0"/>
              </a:spcBef>
              <a:buFontTx/>
              <a:buChar char="•"/>
            </a:pPr>
            <a:endParaRPr lang="en-US" altLang="en-US">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7452AA26-F3D9-7110-2AE2-3A7A5ED10EE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2C931C6-C8E8-4BA0-9631-12EBC9B2BBC5}" type="slidenum">
              <a:rPr kumimoji="0" lang="en-US" altLang="en-US" smtClean="0">
                <a:solidFill>
                  <a:srgbClr val="000000"/>
                </a:solidFill>
              </a:rPr>
              <a:pPr>
                <a:spcBef>
                  <a:spcPct val="0"/>
                </a:spcBef>
              </a:pPr>
              <a:t>7</a:t>
            </a:fld>
            <a:endParaRPr kumimoji="0" lang="en-US" altLang="en-US">
              <a:solidFill>
                <a:srgbClr val="000000"/>
              </a:solidFill>
            </a:endParaRPr>
          </a:p>
        </p:txBody>
      </p:sp>
      <p:sp>
        <p:nvSpPr>
          <p:cNvPr id="65539" name="Rectangle 2">
            <a:extLst>
              <a:ext uri="{FF2B5EF4-FFF2-40B4-BE49-F238E27FC236}">
                <a16:creationId xmlns:a16="http://schemas.microsoft.com/office/drawing/2014/main" id="{9A3F175B-8D7E-10A1-58ED-A7D00A21B22D}"/>
              </a:ext>
            </a:extLst>
          </p:cNvPr>
          <p:cNvSpPr>
            <a:spLocks noGrp="1" noRot="1" noChangeAspect="1" noChangeArrowheads="1" noTextEdit="1"/>
          </p:cNvSpPr>
          <p:nvPr>
            <p:ph type="sldImg"/>
          </p:nvPr>
        </p:nvSpPr>
        <p:spPr>
          <a:xfrm>
            <a:off x="2887663" y="517525"/>
            <a:ext cx="3524250" cy="2643188"/>
          </a:xfrm>
          <a:ln/>
        </p:spPr>
      </p:sp>
      <p:sp>
        <p:nvSpPr>
          <p:cNvPr id="65540" name="Rectangle 3">
            <a:extLst>
              <a:ext uri="{FF2B5EF4-FFF2-40B4-BE49-F238E27FC236}">
                <a16:creationId xmlns:a16="http://schemas.microsoft.com/office/drawing/2014/main" id="{E2FF2B13-1EBF-C29B-DD8B-CF12E7D6194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AE220AB4-682D-9023-2D1F-60F75343DC9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62E6DAD-F546-48D5-87D2-21C9F722DFE3}" type="slidenum">
              <a:rPr kumimoji="0" lang="en-US" altLang="en-US" smtClean="0"/>
              <a:pPr>
                <a:spcBef>
                  <a:spcPct val="0"/>
                </a:spcBef>
              </a:pPr>
              <a:t>8</a:t>
            </a:fld>
            <a:endParaRPr kumimoji="0" lang="en-US" altLang="en-US"/>
          </a:p>
        </p:txBody>
      </p:sp>
      <p:sp>
        <p:nvSpPr>
          <p:cNvPr id="67587" name="Rectangle 2">
            <a:extLst>
              <a:ext uri="{FF2B5EF4-FFF2-40B4-BE49-F238E27FC236}">
                <a16:creationId xmlns:a16="http://schemas.microsoft.com/office/drawing/2014/main" id="{4F1625F8-E678-BFEE-771D-0EFC025810C5}"/>
              </a:ext>
            </a:extLst>
          </p:cNvPr>
          <p:cNvSpPr>
            <a:spLocks noGrp="1" noRot="1" noChangeAspect="1" noChangeArrowheads="1" noTextEdit="1"/>
          </p:cNvSpPr>
          <p:nvPr>
            <p:ph type="sldImg"/>
          </p:nvPr>
        </p:nvSpPr>
        <p:spPr>
          <a:xfrm>
            <a:off x="2887663" y="517525"/>
            <a:ext cx="3524250" cy="2643188"/>
          </a:xfrm>
          <a:ln/>
        </p:spPr>
      </p:sp>
      <p:sp>
        <p:nvSpPr>
          <p:cNvPr id="67588" name="Rectangle 3">
            <a:extLst>
              <a:ext uri="{FF2B5EF4-FFF2-40B4-BE49-F238E27FC236}">
                <a16:creationId xmlns:a16="http://schemas.microsoft.com/office/drawing/2014/main" id="{7EAA7456-E1D0-9ADD-A9F3-FADC02526E3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97374926-69CA-BBE8-1D75-8F5C9B27A6E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4343E63-DF24-4D32-96BE-05F2DB32AA3E}" type="slidenum">
              <a:rPr kumimoji="0" lang="en-US" altLang="en-US" smtClean="0">
                <a:solidFill>
                  <a:srgbClr val="000000"/>
                </a:solidFill>
              </a:rPr>
              <a:pPr>
                <a:spcBef>
                  <a:spcPct val="0"/>
                </a:spcBef>
              </a:pPr>
              <a:t>9</a:t>
            </a:fld>
            <a:endParaRPr kumimoji="0" lang="en-US" altLang="en-US">
              <a:solidFill>
                <a:srgbClr val="000000"/>
              </a:solidFill>
            </a:endParaRPr>
          </a:p>
        </p:txBody>
      </p:sp>
      <p:sp>
        <p:nvSpPr>
          <p:cNvPr id="69635" name="Rectangle 2">
            <a:extLst>
              <a:ext uri="{FF2B5EF4-FFF2-40B4-BE49-F238E27FC236}">
                <a16:creationId xmlns:a16="http://schemas.microsoft.com/office/drawing/2014/main" id="{2725A9D9-3FBB-6612-E7B6-9F4E7474491E}"/>
              </a:ext>
            </a:extLst>
          </p:cNvPr>
          <p:cNvSpPr>
            <a:spLocks noGrp="1" noRot="1" noChangeAspect="1" noChangeArrowheads="1" noTextEdit="1"/>
          </p:cNvSpPr>
          <p:nvPr>
            <p:ph type="sldImg"/>
          </p:nvPr>
        </p:nvSpPr>
        <p:spPr>
          <a:xfrm>
            <a:off x="2906713" y="531813"/>
            <a:ext cx="3490912" cy="2617787"/>
          </a:xfrm>
          <a:ln w="12700" cap="flat">
            <a:solidFill>
              <a:schemeClr val="tx1"/>
            </a:solidFill>
          </a:ln>
        </p:spPr>
      </p:sp>
      <p:sp>
        <p:nvSpPr>
          <p:cNvPr id="69636" name="Rectangle 3">
            <a:extLst>
              <a:ext uri="{FF2B5EF4-FFF2-40B4-BE49-F238E27FC236}">
                <a16:creationId xmlns:a16="http://schemas.microsoft.com/office/drawing/2014/main" id="{D4F2922F-5E40-8AA0-03A1-280C73510871}"/>
              </a:ext>
            </a:extLst>
          </p:cNvPr>
          <p:cNvSpPr>
            <a:spLocks noGrp="1" noChangeArrowheads="1"/>
          </p:cNvSpPr>
          <p:nvPr>
            <p:ph type="body" idx="1"/>
          </p:nvPr>
        </p:nvSpPr>
        <p:spPr>
          <a:xfrm>
            <a:off x="1239838" y="3330575"/>
            <a:ext cx="6816725" cy="3152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4483" tIns="47242" rIns="94483" bIns="47242"/>
          <a:lstStyle/>
          <a:p>
            <a:pPr>
              <a:spcBef>
                <a:spcPct val="0"/>
              </a:spcBef>
            </a:pPr>
            <a:endParaRPr lang="en-US" altLang="en-US" sz="240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32A09353-9FDB-CCFE-DD82-8CBE6DF4403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51CD6FA-3FFA-4C6B-BCFE-3778DDEFF312}" type="slidenum">
              <a:rPr kumimoji="0" lang="en-US" altLang="en-US" smtClean="0">
                <a:solidFill>
                  <a:srgbClr val="000000"/>
                </a:solidFill>
              </a:rPr>
              <a:pPr>
                <a:spcBef>
                  <a:spcPct val="0"/>
                </a:spcBef>
              </a:pPr>
              <a:t>10</a:t>
            </a:fld>
            <a:endParaRPr kumimoji="0" lang="en-US" altLang="en-US">
              <a:solidFill>
                <a:srgbClr val="000000"/>
              </a:solidFill>
            </a:endParaRPr>
          </a:p>
        </p:txBody>
      </p:sp>
      <p:sp>
        <p:nvSpPr>
          <p:cNvPr id="71683" name="Rectangle 2">
            <a:extLst>
              <a:ext uri="{FF2B5EF4-FFF2-40B4-BE49-F238E27FC236}">
                <a16:creationId xmlns:a16="http://schemas.microsoft.com/office/drawing/2014/main" id="{A37888E3-8EB0-F80C-6682-49A00AE67E99}"/>
              </a:ext>
            </a:extLst>
          </p:cNvPr>
          <p:cNvSpPr>
            <a:spLocks noGrp="1" noRot="1" noChangeAspect="1" noChangeArrowheads="1" noTextEdit="1"/>
          </p:cNvSpPr>
          <p:nvPr>
            <p:ph type="sldImg"/>
          </p:nvPr>
        </p:nvSpPr>
        <p:spPr>
          <a:xfrm>
            <a:off x="2906713" y="531813"/>
            <a:ext cx="3490912" cy="2617787"/>
          </a:xfrm>
          <a:ln w="12700" cap="flat">
            <a:solidFill>
              <a:schemeClr val="tx1"/>
            </a:solidFill>
          </a:ln>
        </p:spPr>
      </p:sp>
      <p:sp>
        <p:nvSpPr>
          <p:cNvPr id="71684" name="Rectangle 3">
            <a:extLst>
              <a:ext uri="{FF2B5EF4-FFF2-40B4-BE49-F238E27FC236}">
                <a16:creationId xmlns:a16="http://schemas.microsoft.com/office/drawing/2014/main" id="{1C4B0223-6E95-AE16-B080-8A9237F31A85}"/>
              </a:ext>
            </a:extLst>
          </p:cNvPr>
          <p:cNvSpPr>
            <a:spLocks noGrp="1" noChangeArrowheads="1"/>
          </p:cNvSpPr>
          <p:nvPr>
            <p:ph type="body" idx="1"/>
          </p:nvPr>
        </p:nvSpPr>
        <p:spPr>
          <a:xfrm>
            <a:off x="1239838" y="3330575"/>
            <a:ext cx="6816725" cy="3152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4483" tIns="47242" rIns="94483" bIns="47242"/>
          <a:lstStyle/>
          <a:p>
            <a:pPr>
              <a:spcBef>
                <a:spcPct val="0"/>
              </a:spcBef>
            </a:pPr>
            <a:endParaRPr lang="en-US" altLang="en-US" sz="240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18FE361A-829E-3D8D-7DD8-277DF30DCE0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AE24957-5181-48EE-9238-EC8033412928}" type="slidenum">
              <a:rPr kumimoji="0" lang="en-US" altLang="en-US" smtClean="0">
                <a:solidFill>
                  <a:srgbClr val="000000"/>
                </a:solidFill>
              </a:rPr>
              <a:pPr>
                <a:spcBef>
                  <a:spcPct val="0"/>
                </a:spcBef>
              </a:pPr>
              <a:t>11</a:t>
            </a:fld>
            <a:endParaRPr kumimoji="0" lang="en-US" altLang="en-US">
              <a:solidFill>
                <a:srgbClr val="000000"/>
              </a:solidFill>
            </a:endParaRPr>
          </a:p>
        </p:txBody>
      </p:sp>
      <p:sp>
        <p:nvSpPr>
          <p:cNvPr id="73731" name="Rectangle 2">
            <a:extLst>
              <a:ext uri="{FF2B5EF4-FFF2-40B4-BE49-F238E27FC236}">
                <a16:creationId xmlns:a16="http://schemas.microsoft.com/office/drawing/2014/main" id="{88B2E0DF-5316-1E62-D74A-C11B8EFF9F35}"/>
              </a:ext>
            </a:extLst>
          </p:cNvPr>
          <p:cNvSpPr>
            <a:spLocks noGrp="1" noRot="1" noChangeAspect="1" noChangeArrowheads="1" noTextEdit="1"/>
          </p:cNvSpPr>
          <p:nvPr>
            <p:ph type="sldImg"/>
          </p:nvPr>
        </p:nvSpPr>
        <p:spPr>
          <a:xfrm>
            <a:off x="2906713" y="531813"/>
            <a:ext cx="3490912" cy="2617787"/>
          </a:xfrm>
          <a:ln w="12700" cap="flat">
            <a:solidFill>
              <a:schemeClr val="tx1"/>
            </a:solidFill>
          </a:ln>
        </p:spPr>
      </p:sp>
      <p:sp>
        <p:nvSpPr>
          <p:cNvPr id="73732" name="Rectangle 3">
            <a:extLst>
              <a:ext uri="{FF2B5EF4-FFF2-40B4-BE49-F238E27FC236}">
                <a16:creationId xmlns:a16="http://schemas.microsoft.com/office/drawing/2014/main" id="{8D826813-4C4C-5F5D-37EC-462D59BCEC72}"/>
              </a:ext>
            </a:extLst>
          </p:cNvPr>
          <p:cNvSpPr>
            <a:spLocks noGrp="1" noChangeArrowheads="1"/>
          </p:cNvSpPr>
          <p:nvPr>
            <p:ph type="body" idx="1"/>
          </p:nvPr>
        </p:nvSpPr>
        <p:spPr>
          <a:xfrm>
            <a:off x="1239838" y="3330575"/>
            <a:ext cx="6816725" cy="3152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4483" tIns="47242" rIns="94483" bIns="47242"/>
          <a:lstStyle/>
          <a:p>
            <a:pPr>
              <a:spcBef>
                <a:spcPct val="0"/>
              </a:spcBef>
            </a:pPr>
            <a:endParaRPr lang="en-US" altLang="en-US" sz="240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779E8066-C0B2-4DEE-E287-0BA8A08FFF2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90E2D00-23E2-4F71-892A-02A52A353C01}" type="slidenum">
              <a:rPr kumimoji="0" lang="en-US" altLang="en-US" smtClean="0"/>
              <a:pPr>
                <a:spcBef>
                  <a:spcPct val="0"/>
                </a:spcBef>
              </a:pPr>
              <a:t>12</a:t>
            </a:fld>
            <a:endParaRPr kumimoji="0" lang="en-US" altLang="en-US"/>
          </a:p>
        </p:txBody>
      </p:sp>
      <p:sp>
        <p:nvSpPr>
          <p:cNvPr id="75779" name="Rectangle 2">
            <a:extLst>
              <a:ext uri="{FF2B5EF4-FFF2-40B4-BE49-F238E27FC236}">
                <a16:creationId xmlns:a16="http://schemas.microsoft.com/office/drawing/2014/main" id="{317D4D31-57A2-D407-95AE-68E13186E075}"/>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323D86E1-AC37-6842-48C1-5B3F24F8B0E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2DB50702-FCE9-3546-5C96-5A7915A870A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B081B21-5516-4387-A86E-019320962784}" type="slidenum">
              <a:rPr kumimoji="0" lang="en-US" altLang="en-US" smtClean="0">
                <a:solidFill>
                  <a:srgbClr val="000000"/>
                </a:solidFill>
              </a:rPr>
              <a:pPr>
                <a:spcBef>
                  <a:spcPct val="0"/>
                </a:spcBef>
              </a:pPr>
              <a:t>13</a:t>
            </a:fld>
            <a:endParaRPr kumimoji="0" lang="en-US" altLang="en-US">
              <a:solidFill>
                <a:srgbClr val="000000"/>
              </a:solidFill>
            </a:endParaRPr>
          </a:p>
        </p:txBody>
      </p:sp>
      <p:sp>
        <p:nvSpPr>
          <p:cNvPr id="77827" name="Rectangle 2">
            <a:extLst>
              <a:ext uri="{FF2B5EF4-FFF2-40B4-BE49-F238E27FC236}">
                <a16:creationId xmlns:a16="http://schemas.microsoft.com/office/drawing/2014/main" id="{F4308156-53DC-0274-F138-28E2DA0B05E5}"/>
              </a:ext>
            </a:extLst>
          </p:cNvPr>
          <p:cNvSpPr>
            <a:spLocks noGrp="1" noRot="1" noChangeAspect="1" noChangeArrowheads="1" noTextEdit="1"/>
          </p:cNvSpPr>
          <p:nvPr>
            <p:ph type="sldImg"/>
          </p:nvPr>
        </p:nvSpPr>
        <p:spPr>
          <a:xfrm>
            <a:off x="2906713" y="531813"/>
            <a:ext cx="3490912" cy="2617787"/>
          </a:xfrm>
          <a:ln w="12700" cap="flat">
            <a:solidFill>
              <a:schemeClr val="tx1"/>
            </a:solidFill>
          </a:ln>
        </p:spPr>
      </p:sp>
      <p:sp>
        <p:nvSpPr>
          <p:cNvPr id="77828" name="Rectangle 3">
            <a:extLst>
              <a:ext uri="{FF2B5EF4-FFF2-40B4-BE49-F238E27FC236}">
                <a16:creationId xmlns:a16="http://schemas.microsoft.com/office/drawing/2014/main" id="{AA8A23D4-5D3A-CD64-3BB9-88A0E8AB6C0B}"/>
              </a:ext>
            </a:extLst>
          </p:cNvPr>
          <p:cNvSpPr>
            <a:spLocks noGrp="1" noChangeArrowheads="1"/>
          </p:cNvSpPr>
          <p:nvPr>
            <p:ph type="body" idx="1"/>
          </p:nvPr>
        </p:nvSpPr>
        <p:spPr>
          <a:xfrm>
            <a:off x="1239838" y="3330575"/>
            <a:ext cx="6816725" cy="3152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4483" tIns="47242" rIns="94483" bIns="47242"/>
          <a:lstStyle/>
          <a:p>
            <a:pPr>
              <a:spcBef>
                <a:spcPct val="0"/>
              </a:spcBef>
            </a:pPr>
            <a:endParaRPr lang="en-US" altLang="en-US" sz="240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90865E39-727A-36C2-64FE-84C44C8F787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7A877DC-4E48-4A81-8E56-132D6F55ECA9}" type="slidenum">
              <a:rPr kumimoji="0" lang="en-US" altLang="en-US" smtClean="0">
                <a:solidFill>
                  <a:srgbClr val="000000"/>
                </a:solidFill>
              </a:rPr>
              <a:pPr>
                <a:spcBef>
                  <a:spcPct val="0"/>
                </a:spcBef>
              </a:pPr>
              <a:t>14</a:t>
            </a:fld>
            <a:endParaRPr kumimoji="0" lang="en-US" altLang="en-US">
              <a:solidFill>
                <a:srgbClr val="000000"/>
              </a:solidFill>
            </a:endParaRPr>
          </a:p>
        </p:txBody>
      </p:sp>
      <p:sp>
        <p:nvSpPr>
          <p:cNvPr id="79875" name="Rectangle 2">
            <a:extLst>
              <a:ext uri="{FF2B5EF4-FFF2-40B4-BE49-F238E27FC236}">
                <a16:creationId xmlns:a16="http://schemas.microsoft.com/office/drawing/2014/main" id="{A3BB4B0C-1BE1-E7DC-F5B6-F4034DAB8DCD}"/>
              </a:ext>
            </a:extLst>
          </p:cNvPr>
          <p:cNvSpPr>
            <a:spLocks noGrp="1" noRot="1" noChangeAspect="1" noChangeArrowheads="1" noTextEdit="1"/>
          </p:cNvSpPr>
          <p:nvPr>
            <p:ph type="sldImg"/>
          </p:nvPr>
        </p:nvSpPr>
        <p:spPr>
          <a:xfrm>
            <a:off x="2906713" y="531813"/>
            <a:ext cx="3490912" cy="2617787"/>
          </a:xfrm>
          <a:ln w="12700" cap="flat">
            <a:solidFill>
              <a:schemeClr val="tx1"/>
            </a:solidFill>
          </a:ln>
        </p:spPr>
      </p:sp>
      <p:sp>
        <p:nvSpPr>
          <p:cNvPr id="79876" name="Rectangle 3">
            <a:extLst>
              <a:ext uri="{FF2B5EF4-FFF2-40B4-BE49-F238E27FC236}">
                <a16:creationId xmlns:a16="http://schemas.microsoft.com/office/drawing/2014/main" id="{81A80AE5-EDE9-6780-81A0-372E44B91822}"/>
              </a:ext>
            </a:extLst>
          </p:cNvPr>
          <p:cNvSpPr>
            <a:spLocks noGrp="1" noChangeArrowheads="1"/>
          </p:cNvSpPr>
          <p:nvPr>
            <p:ph type="body" idx="1"/>
          </p:nvPr>
        </p:nvSpPr>
        <p:spPr>
          <a:xfrm>
            <a:off x="1239838" y="3330575"/>
            <a:ext cx="6816725" cy="3152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4483" tIns="47242" rIns="94483" bIns="47242"/>
          <a:lstStyle/>
          <a:p>
            <a:pPr>
              <a:spcBef>
                <a:spcPct val="0"/>
              </a:spcBef>
            </a:pPr>
            <a:endParaRPr lang="en-US" altLang="en-US" sz="240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DC2B99A9-AA93-632B-ACEC-6E2BA6EC4F9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444AAC5-7756-46F7-BF62-64E5B9DF485B}" type="slidenum">
              <a:rPr kumimoji="0" lang="en-US" altLang="en-US" smtClean="0"/>
              <a:pPr>
                <a:spcBef>
                  <a:spcPct val="0"/>
                </a:spcBef>
              </a:pPr>
              <a:t>15</a:t>
            </a:fld>
            <a:endParaRPr kumimoji="0" lang="en-US" altLang="en-US"/>
          </a:p>
        </p:txBody>
      </p:sp>
      <p:sp>
        <p:nvSpPr>
          <p:cNvPr id="81923" name="Rectangle 2">
            <a:extLst>
              <a:ext uri="{FF2B5EF4-FFF2-40B4-BE49-F238E27FC236}">
                <a16:creationId xmlns:a16="http://schemas.microsoft.com/office/drawing/2014/main" id="{EBA298AE-6266-0F37-19AC-307821E56D59}"/>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81924" name="Rectangle 3">
            <a:extLst>
              <a:ext uri="{FF2B5EF4-FFF2-40B4-BE49-F238E27FC236}">
                <a16:creationId xmlns:a16="http://schemas.microsoft.com/office/drawing/2014/main" id="{08065B5D-4925-62E4-C6EA-9FA8D5DFC7AD}"/>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BA6B5726-7EA2-0575-8838-975A44DAA5D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18582F0-2021-445D-B47E-910F830F1BEB}" type="slidenum">
              <a:rPr kumimoji="0" lang="en-US" altLang="en-US" smtClean="0"/>
              <a:pPr>
                <a:spcBef>
                  <a:spcPct val="0"/>
                </a:spcBef>
              </a:pPr>
              <a:t>16</a:t>
            </a:fld>
            <a:endParaRPr kumimoji="0" lang="en-US" altLang="en-US"/>
          </a:p>
        </p:txBody>
      </p:sp>
      <p:sp>
        <p:nvSpPr>
          <p:cNvPr id="83971" name="Rectangle 2">
            <a:extLst>
              <a:ext uri="{FF2B5EF4-FFF2-40B4-BE49-F238E27FC236}">
                <a16:creationId xmlns:a16="http://schemas.microsoft.com/office/drawing/2014/main" id="{4C2DAECB-BF03-11B7-5FCE-AB935982AD58}"/>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83972" name="Rectangle 3">
            <a:extLst>
              <a:ext uri="{FF2B5EF4-FFF2-40B4-BE49-F238E27FC236}">
                <a16:creationId xmlns:a16="http://schemas.microsoft.com/office/drawing/2014/main" id="{A4B6637B-8603-064C-EEE5-568C4593966F}"/>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4F94BB96-0A47-D6BD-C033-9A45F221053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30285D5-5376-4688-86D4-13ABFFDB348E}" type="slidenum">
              <a:rPr kumimoji="0" lang="en-US" altLang="en-US" smtClean="0"/>
              <a:pPr>
                <a:spcBef>
                  <a:spcPct val="0"/>
                </a:spcBef>
              </a:pPr>
              <a:t>17</a:t>
            </a:fld>
            <a:endParaRPr kumimoji="0" lang="en-US" altLang="en-US"/>
          </a:p>
        </p:txBody>
      </p:sp>
      <p:sp>
        <p:nvSpPr>
          <p:cNvPr id="86019" name="Rectangle 2">
            <a:extLst>
              <a:ext uri="{FF2B5EF4-FFF2-40B4-BE49-F238E27FC236}">
                <a16:creationId xmlns:a16="http://schemas.microsoft.com/office/drawing/2014/main" id="{7E429DED-1760-6926-6FD7-9C65ACBDC1D6}"/>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86020" name="Rectangle 3">
            <a:extLst>
              <a:ext uri="{FF2B5EF4-FFF2-40B4-BE49-F238E27FC236}">
                <a16:creationId xmlns:a16="http://schemas.microsoft.com/office/drawing/2014/main" id="{09650499-F6FE-DD21-03B5-E72F32ABF7A8}"/>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9485FA36-3E91-262A-3950-EFA2D6FED08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5E80550-1909-4F20-A8DD-1227C6E06A59}" type="slidenum">
              <a:rPr kumimoji="0" lang="en-US" altLang="en-US" smtClean="0"/>
              <a:pPr>
                <a:spcBef>
                  <a:spcPct val="0"/>
                </a:spcBef>
              </a:pPr>
              <a:t>18</a:t>
            </a:fld>
            <a:endParaRPr kumimoji="0" lang="en-US" altLang="en-US"/>
          </a:p>
        </p:txBody>
      </p:sp>
      <p:sp>
        <p:nvSpPr>
          <p:cNvPr id="88067" name="Rectangle 2">
            <a:extLst>
              <a:ext uri="{FF2B5EF4-FFF2-40B4-BE49-F238E27FC236}">
                <a16:creationId xmlns:a16="http://schemas.microsoft.com/office/drawing/2014/main" id="{F2E51C85-C6B0-B96D-B8B1-D330CD2C978F}"/>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88068" name="Rectangle 3">
            <a:extLst>
              <a:ext uri="{FF2B5EF4-FFF2-40B4-BE49-F238E27FC236}">
                <a16:creationId xmlns:a16="http://schemas.microsoft.com/office/drawing/2014/main" id="{943BA793-A67A-57FD-B110-85CB413FD368}"/>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AEEC9338-55BD-ED85-FBCC-8BF3948F02A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B94CC4D-248A-41CB-BEDB-39692DB9B94B}" type="slidenum">
              <a:rPr kumimoji="0" lang="en-US" altLang="en-US" smtClean="0"/>
              <a:pPr>
                <a:spcBef>
                  <a:spcPct val="0"/>
                </a:spcBef>
              </a:pPr>
              <a:t>19</a:t>
            </a:fld>
            <a:endParaRPr kumimoji="0" lang="en-US" altLang="en-US"/>
          </a:p>
        </p:txBody>
      </p:sp>
      <p:sp>
        <p:nvSpPr>
          <p:cNvPr id="90115" name="Rectangle 2">
            <a:extLst>
              <a:ext uri="{FF2B5EF4-FFF2-40B4-BE49-F238E27FC236}">
                <a16:creationId xmlns:a16="http://schemas.microsoft.com/office/drawing/2014/main" id="{BCDB2502-067A-4607-547A-15E4FFE77F68}"/>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90116" name="Rectangle 3">
            <a:extLst>
              <a:ext uri="{FF2B5EF4-FFF2-40B4-BE49-F238E27FC236}">
                <a16:creationId xmlns:a16="http://schemas.microsoft.com/office/drawing/2014/main" id="{164727D8-4B88-A8F1-A285-254189B73ED6}"/>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6E9D7288-5717-416A-A4E3-B8C7940CD27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CC5E09D-7F92-425A-AA5E-3A969731BB7D}" type="slidenum">
              <a:rPr kumimoji="0" lang="en-US" altLang="en-US" smtClean="0"/>
              <a:pPr>
                <a:spcBef>
                  <a:spcPct val="0"/>
                </a:spcBef>
              </a:pPr>
              <a:t>20</a:t>
            </a:fld>
            <a:endParaRPr kumimoji="0" lang="en-US" altLang="en-US"/>
          </a:p>
        </p:txBody>
      </p:sp>
      <p:sp>
        <p:nvSpPr>
          <p:cNvPr id="92163" name="Rectangle 2">
            <a:extLst>
              <a:ext uri="{FF2B5EF4-FFF2-40B4-BE49-F238E27FC236}">
                <a16:creationId xmlns:a16="http://schemas.microsoft.com/office/drawing/2014/main" id="{360905D1-E42C-5629-8E41-6223C3DFB43B}"/>
              </a:ext>
            </a:extLst>
          </p:cNvPr>
          <p:cNvSpPr>
            <a:spLocks noGrp="1" noRot="1" noChangeAspect="1" noChangeArrowheads="1" noTextEdit="1"/>
          </p:cNvSpPr>
          <p:nvPr>
            <p:ph type="sldImg"/>
          </p:nvPr>
        </p:nvSpPr>
        <p:spPr>
          <a:xfrm>
            <a:off x="2887663" y="517525"/>
            <a:ext cx="3524250" cy="2643188"/>
          </a:xfrm>
          <a:ln/>
        </p:spPr>
      </p:sp>
      <p:sp>
        <p:nvSpPr>
          <p:cNvPr id="92164" name="Rectangle 3">
            <a:extLst>
              <a:ext uri="{FF2B5EF4-FFF2-40B4-BE49-F238E27FC236}">
                <a16:creationId xmlns:a16="http://schemas.microsoft.com/office/drawing/2014/main" id="{9B5BDA6F-B4B1-D307-C4D1-72C1910DE0A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480D77D5-C64A-A1C0-2345-E315C7AF0D11}"/>
              </a:ext>
            </a:extLst>
          </p:cNvPr>
          <p:cNvSpPr>
            <a:spLocks noGrp="1" noChangeArrowheads="1"/>
          </p:cNvSpPr>
          <p:nvPr>
            <p:ph type="sldNum" sz="quarter" idx="5"/>
          </p:nvPr>
        </p:nvSpPr>
        <p:spPr/>
        <p:txBody>
          <a:bodyPr/>
          <a:lstStyle/>
          <a:p>
            <a:pPr defTabSz="912813">
              <a:defRPr/>
            </a:pPr>
            <a:fld id="{3912BE80-03A5-4207-99C4-7B12EE8E8DA7}" type="slidenum">
              <a:rPr lang="en-US">
                <a:solidFill>
                  <a:srgbClr val="000000"/>
                </a:solidFill>
                <a:ea typeface="+mn-ea"/>
              </a:rPr>
              <a:pPr defTabSz="912813">
                <a:defRPr/>
              </a:pPr>
              <a:t>21</a:t>
            </a:fld>
            <a:endParaRPr lang="en-US">
              <a:solidFill>
                <a:srgbClr val="000000"/>
              </a:solidFill>
              <a:ea typeface="+mn-ea"/>
            </a:endParaRPr>
          </a:p>
        </p:txBody>
      </p:sp>
      <p:sp>
        <p:nvSpPr>
          <p:cNvPr id="94211" name="Rectangle 2">
            <a:extLst>
              <a:ext uri="{FF2B5EF4-FFF2-40B4-BE49-F238E27FC236}">
                <a16:creationId xmlns:a16="http://schemas.microsoft.com/office/drawing/2014/main" id="{FA509AC5-9E22-10EA-8DA6-B42D269379A3}"/>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C2017760-B281-D52F-3F88-6C0755FECA5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C73E9C6A-21F1-3099-82CD-291B4309D9D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2C9B88A-5FB4-47D5-9F30-F02920AC4A73}" type="slidenum">
              <a:rPr kumimoji="0" lang="en-US" altLang="en-US" smtClean="0"/>
              <a:pPr>
                <a:spcBef>
                  <a:spcPct val="0"/>
                </a:spcBef>
              </a:pPr>
              <a:t>22</a:t>
            </a:fld>
            <a:endParaRPr kumimoji="0" lang="en-US" altLang="en-US"/>
          </a:p>
        </p:txBody>
      </p:sp>
      <p:sp>
        <p:nvSpPr>
          <p:cNvPr id="96259" name="Rectangle 2">
            <a:extLst>
              <a:ext uri="{FF2B5EF4-FFF2-40B4-BE49-F238E27FC236}">
                <a16:creationId xmlns:a16="http://schemas.microsoft.com/office/drawing/2014/main" id="{83ECEE7B-26C1-1AB4-27E9-5189850AB467}"/>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96260" name="Rectangle 3">
            <a:extLst>
              <a:ext uri="{FF2B5EF4-FFF2-40B4-BE49-F238E27FC236}">
                <a16:creationId xmlns:a16="http://schemas.microsoft.com/office/drawing/2014/main" id="{50101F16-6B39-DBBA-5770-B41388B94EBD}"/>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D5A0F2A7-334A-0A35-2019-A5E802A6B71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38D45C0-D6BB-470A-B1CB-C09B342CACE9}" type="slidenum">
              <a:rPr kumimoji="0" lang="en-US" altLang="en-US" smtClean="0"/>
              <a:pPr>
                <a:spcBef>
                  <a:spcPct val="0"/>
                </a:spcBef>
              </a:pPr>
              <a:t>23</a:t>
            </a:fld>
            <a:endParaRPr kumimoji="0" lang="en-US" altLang="en-US"/>
          </a:p>
        </p:txBody>
      </p:sp>
      <p:sp>
        <p:nvSpPr>
          <p:cNvPr id="98307" name="Rectangle 2">
            <a:extLst>
              <a:ext uri="{FF2B5EF4-FFF2-40B4-BE49-F238E27FC236}">
                <a16:creationId xmlns:a16="http://schemas.microsoft.com/office/drawing/2014/main" id="{212EFE83-A574-7CC3-D357-8B7AA169B3EF}"/>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98308" name="Rectangle 3">
            <a:extLst>
              <a:ext uri="{FF2B5EF4-FFF2-40B4-BE49-F238E27FC236}">
                <a16:creationId xmlns:a16="http://schemas.microsoft.com/office/drawing/2014/main" id="{714FBEFD-2B87-EFA6-2ECB-EF6F601D4B28}"/>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E4D66715-EFAA-03D1-3B58-A615834DB14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1pPr>
            <a:lvl2pPr marL="742950" indent="-28575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2pPr>
            <a:lvl3pPr marL="11430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3pPr>
            <a:lvl4pPr marL="16002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4pPr>
            <a:lvl5pPr marL="2057400" indent="-228600" defTabSz="946150">
              <a:spcBef>
                <a:spcPct val="30000"/>
              </a:spcBef>
              <a:defRPr kumimoji="1" sz="1200">
                <a:solidFill>
                  <a:schemeClr val="tx1"/>
                </a:solidFill>
                <a:latin typeface="Times New Roman" panose="02020603050405020304" pitchFamily="18" charset="0"/>
                <a:ea typeface="ＭＳ Ｐゴシック" panose="020B0600070205080204" pitchFamily="34" charset="-128"/>
              </a:defRPr>
            </a:lvl5pPr>
            <a:lvl6pPr marL="25146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6pPr>
            <a:lvl7pPr marL="29718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7pPr>
            <a:lvl8pPr marL="34290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8pPr>
            <a:lvl9pPr marL="3886200" indent="-228600" defTabSz="946150" eaLnBrk="0" fontAlgn="base" hangingPunct="0">
              <a:spcBef>
                <a:spcPct val="30000"/>
              </a:spcBef>
              <a:spcAft>
                <a:spcPct val="0"/>
              </a:spcAft>
              <a:defRPr kumimoji="1"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2234DCB-2C9E-4A45-96DD-08254B46A873}" type="slidenum">
              <a:rPr kumimoji="0" lang="en-US" altLang="en-US" smtClean="0"/>
              <a:pPr>
                <a:spcBef>
                  <a:spcPct val="0"/>
                </a:spcBef>
              </a:pPr>
              <a:t>24</a:t>
            </a:fld>
            <a:endParaRPr kumimoji="0" lang="en-US" altLang="en-US"/>
          </a:p>
        </p:txBody>
      </p:sp>
      <p:sp>
        <p:nvSpPr>
          <p:cNvPr id="100355" name="Rectangle 2">
            <a:extLst>
              <a:ext uri="{FF2B5EF4-FFF2-40B4-BE49-F238E27FC236}">
                <a16:creationId xmlns:a16="http://schemas.microsoft.com/office/drawing/2014/main" id="{176D35FC-40B2-6003-1880-3E3393C7FDD8}"/>
              </a:ext>
            </a:extLst>
          </p:cNvPr>
          <p:cNvSpPr>
            <a:spLocks noGrp="1" noRot="1" noChangeAspect="1" noChangeArrowheads="1" noTextEdit="1"/>
          </p:cNvSpPr>
          <p:nvPr>
            <p:ph type="sldImg"/>
          </p:nvPr>
        </p:nvSpPr>
        <p:spPr>
          <a:xfrm>
            <a:off x="1271588" y="728663"/>
            <a:ext cx="4778375" cy="3584575"/>
          </a:xfrm>
          <a:ln w="12700" cap="flat">
            <a:solidFill>
              <a:schemeClr val="tx1"/>
            </a:solidFill>
          </a:ln>
        </p:spPr>
      </p:sp>
      <p:sp>
        <p:nvSpPr>
          <p:cNvPr id="100356" name="Rectangle 3">
            <a:extLst>
              <a:ext uri="{FF2B5EF4-FFF2-40B4-BE49-F238E27FC236}">
                <a16:creationId xmlns:a16="http://schemas.microsoft.com/office/drawing/2014/main" id="{4BFAEB56-B94B-1CBA-23C3-94E2C68C35C5}"/>
              </a:ext>
            </a:extLst>
          </p:cNvPr>
          <p:cNvSpPr>
            <a:spLocks noGrp="1" noChangeArrowheads="1"/>
          </p:cNvSpPr>
          <p:nvPr>
            <p:ph type="body" idx="1"/>
          </p:nvPr>
        </p:nvSpPr>
        <p:spPr>
          <a:xfrm>
            <a:off x="976313" y="4560888"/>
            <a:ext cx="5362575"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8007" tIns="49004" rIns="98007" bIns="49004"/>
          <a:lstStyle/>
          <a:p>
            <a:pPr>
              <a:spcBef>
                <a:spcPct val="0"/>
              </a:spcBef>
            </a:pPr>
            <a:endParaRPr lang="en-US" altLang="en-US" sz="250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378C9656-9C63-75B9-005A-AEE430DC177E}"/>
              </a:ext>
            </a:extLst>
          </p:cNvPr>
          <p:cNvSpPr>
            <a:spLocks noGrp="1" noChangeArrowheads="1"/>
          </p:cNvSpPr>
          <p:nvPr>
            <p:ph type="sldNum" sz="quarter" idx="5"/>
          </p:nvPr>
        </p:nvSpPr>
        <p:spPr/>
        <p:txBody>
          <a:bodyPr/>
          <a:lstStyle/>
          <a:p>
            <a:pPr defTabSz="912813">
              <a:defRPr/>
            </a:pPr>
            <a:fld id="{7C1DD3EC-EEF7-48D8-9BE0-7BB351C880C7}" type="slidenum">
              <a:rPr lang="en-US">
                <a:solidFill>
                  <a:srgbClr val="000000"/>
                </a:solidFill>
                <a:ea typeface="+mn-ea"/>
              </a:rPr>
              <a:pPr defTabSz="912813">
                <a:defRPr/>
              </a:pPr>
              <a:t>25</a:t>
            </a:fld>
            <a:endParaRPr lang="en-US">
              <a:solidFill>
                <a:srgbClr val="000000"/>
              </a:solidFill>
              <a:ea typeface="+mn-ea"/>
            </a:endParaRPr>
          </a:p>
        </p:txBody>
      </p:sp>
      <p:sp>
        <p:nvSpPr>
          <p:cNvPr id="102403" name="Rectangle 2">
            <a:extLst>
              <a:ext uri="{FF2B5EF4-FFF2-40B4-BE49-F238E27FC236}">
                <a16:creationId xmlns:a16="http://schemas.microsoft.com/office/drawing/2014/main" id="{E3CE7ADB-3D75-41AE-E0B2-194D6E226620}"/>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80CDC61F-EFA8-1C42-BD26-7C4BCB9C35D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ext Box 2202">
            <a:extLst>
              <a:ext uri="{FF2B5EF4-FFF2-40B4-BE49-F238E27FC236}">
                <a16:creationId xmlns:a16="http://schemas.microsoft.com/office/drawing/2014/main" id="{2CF6C66D-0EA1-CD07-869F-B8B5A334C975}"/>
              </a:ext>
            </a:extLst>
          </p:cNvPr>
          <p:cNvSpPr txBox="1">
            <a:spLocks noChangeArrowheads="1"/>
          </p:cNvSpPr>
          <p:nvPr/>
        </p:nvSpPr>
        <p:spPr bwMode="auto">
          <a:xfrm>
            <a:off x="76200" y="-930275"/>
            <a:ext cx="4724400" cy="6188075"/>
          </a:xfrm>
          <a:prstGeom prst="rect">
            <a:avLst/>
          </a:prstGeom>
          <a:noFill/>
          <a:ln>
            <a:noFill/>
          </a:ln>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defRPr/>
            </a:pPr>
            <a:r>
              <a:rPr lang="en-US" altLang="en-US" sz="40000">
                <a:solidFill>
                  <a:srgbClr val="EAEAEA"/>
                </a:solidFill>
              </a:rPr>
              <a:t>A</a:t>
            </a:r>
          </a:p>
        </p:txBody>
      </p:sp>
      <p:sp>
        <p:nvSpPr>
          <p:cNvPr id="3" name="Text Box 2203">
            <a:extLst>
              <a:ext uri="{FF2B5EF4-FFF2-40B4-BE49-F238E27FC236}">
                <a16:creationId xmlns:a16="http://schemas.microsoft.com/office/drawing/2014/main" id="{EC66AEA8-1C98-F4EA-899F-DBB65C66D8E6}"/>
              </a:ext>
            </a:extLst>
          </p:cNvPr>
          <p:cNvSpPr txBox="1">
            <a:spLocks noChangeArrowheads="1"/>
          </p:cNvSpPr>
          <p:nvPr/>
        </p:nvSpPr>
        <p:spPr bwMode="auto">
          <a:xfrm>
            <a:off x="990600" y="1203325"/>
            <a:ext cx="4724400" cy="6188075"/>
          </a:xfrm>
          <a:prstGeom prst="rect">
            <a:avLst/>
          </a:prstGeom>
          <a:noFill/>
          <a:ln>
            <a:noFill/>
          </a:ln>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defRPr/>
            </a:pPr>
            <a:r>
              <a:rPr lang="en-US" altLang="en-US" sz="40000">
                <a:solidFill>
                  <a:srgbClr val="EAEAEA"/>
                </a:solidFill>
              </a:rPr>
              <a:t>U</a:t>
            </a:r>
          </a:p>
        </p:txBody>
      </p:sp>
      <p:pic>
        <p:nvPicPr>
          <p:cNvPr id="4" name="Picture 9" descr="Kogodlogo">
            <a:extLst>
              <a:ext uri="{FF2B5EF4-FFF2-40B4-BE49-F238E27FC236}">
                <a16:creationId xmlns:a16="http://schemas.microsoft.com/office/drawing/2014/main" id="{0493F4F1-F2BD-8B56-DB57-DE4F5DE4A7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6324600"/>
            <a:ext cx="37655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200">
            <a:extLst>
              <a:ext uri="{FF2B5EF4-FFF2-40B4-BE49-F238E27FC236}">
                <a16:creationId xmlns:a16="http://schemas.microsoft.com/office/drawing/2014/main" id="{CF328D3F-4308-47F9-2692-474908F968E0}"/>
              </a:ext>
            </a:extLst>
          </p:cNvPr>
          <p:cNvSpPr txBox="1">
            <a:spLocks noChangeArrowheads="1"/>
          </p:cNvSpPr>
          <p:nvPr userDrawn="1"/>
        </p:nvSpPr>
        <p:spPr bwMode="auto">
          <a:xfrm>
            <a:off x="76200" y="-930275"/>
            <a:ext cx="4724400" cy="6188075"/>
          </a:xfrm>
          <a:prstGeom prst="rect">
            <a:avLst/>
          </a:prstGeom>
          <a:noFill/>
          <a:ln>
            <a:noFill/>
          </a:ln>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defRPr/>
            </a:pPr>
            <a:r>
              <a:rPr lang="en-US" altLang="en-US" sz="40000">
                <a:solidFill>
                  <a:srgbClr val="EAEAEA"/>
                </a:solidFill>
              </a:rPr>
              <a:t>A</a:t>
            </a:r>
          </a:p>
        </p:txBody>
      </p:sp>
      <p:sp>
        <p:nvSpPr>
          <p:cNvPr id="6" name="Text Box 2201">
            <a:extLst>
              <a:ext uri="{FF2B5EF4-FFF2-40B4-BE49-F238E27FC236}">
                <a16:creationId xmlns:a16="http://schemas.microsoft.com/office/drawing/2014/main" id="{6C3128D5-E8C1-A1C8-0D03-C334057416C5}"/>
              </a:ext>
            </a:extLst>
          </p:cNvPr>
          <p:cNvSpPr txBox="1">
            <a:spLocks noChangeArrowheads="1"/>
          </p:cNvSpPr>
          <p:nvPr userDrawn="1"/>
        </p:nvSpPr>
        <p:spPr bwMode="auto">
          <a:xfrm>
            <a:off x="990600" y="1203325"/>
            <a:ext cx="4724400" cy="6188075"/>
          </a:xfrm>
          <a:prstGeom prst="rect">
            <a:avLst/>
          </a:prstGeom>
          <a:noFill/>
          <a:ln>
            <a:noFill/>
          </a:ln>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defRPr/>
            </a:pPr>
            <a:r>
              <a:rPr lang="en-US" altLang="en-US" sz="40000">
                <a:solidFill>
                  <a:srgbClr val="EAEAEA"/>
                </a:solidFill>
              </a:rPr>
              <a:t>U</a:t>
            </a:r>
          </a:p>
        </p:txBody>
      </p:sp>
      <p:sp>
        <p:nvSpPr>
          <p:cNvPr id="153751" name="Rectangle 2199"/>
          <p:cNvSpPr>
            <a:spLocks noGrp="1" noChangeArrowheads="1"/>
          </p:cNvSpPr>
          <p:nvPr>
            <p:ph type="ctrTitle" sz="quarter"/>
          </p:nvPr>
        </p:nvSpPr>
        <p:spPr>
          <a:xfrm>
            <a:off x="762000" y="1219200"/>
            <a:ext cx="7772400" cy="1143000"/>
          </a:xfrm>
        </p:spPr>
        <p:txBody>
          <a:bodyPr/>
          <a:lstStyle>
            <a:lvl1pPr>
              <a:defRPr/>
            </a:lvl1pPr>
          </a:lstStyle>
          <a:p>
            <a:r>
              <a:rPr lang="en-US"/>
              <a:t>Click to edit Master title style</a:t>
            </a:r>
          </a:p>
        </p:txBody>
      </p:sp>
      <p:sp>
        <p:nvSpPr>
          <p:cNvPr id="153752" name="Rectangle 2200"/>
          <p:cNvSpPr>
            <a:spLocks noGrp="1" noChangeArrowheads="1"/>
          </p:cNvSpPr>
          <p:nvPr>
            <p:ph type="subTitle" sz="quarter" idx="1"/>
          </p:nvPr>
        </p:nvSpPr>
        <p:spPr>
          <a:xfrm>
            <a:off x="1447800" y="2819400"/>
            <a:ext cx="6400800" cy="1752600"/>
          </a:xfrm>
        </p:spPr>
        <p:txBody>
          <a:bodyPr/>
          <a:lstStyle>
            <a:lvl1pPr marL="0" indent="0">
              <a:buFont typeface="Monotype Sorts" pitchFamily="2" charset="2"/>
              <a:buNone/>
              <a:defRPr/>
            </a:lvl1pPr>
          </a:lstStyle>
          <a:p>
            <a:r>
              <a:rPr lang="en-US"/>
              <a:t>Click to edit Master subtitle style</a:t>
            </a:r>
          </a:p>
        </p:txBody>
      </p:sp>
    </p:spTree>
    <p:extLst>
      <p:ext uri="{BB962C8B-B14F-4D97-AF65-F5344CB8AC3E}">
        <p14:creationId xmlns:p14="http://schemas.microsoft.com/office/powerpoint/2010/main" val="19571549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9" descr="Kogodlogo">
            <a:extLst>
              <a:ext uri="{FF2B5EF4-FFF2-40B4-BE49-F238E27FC236}">
                <a16:creationId xmlns:a16="http://schemas.microsoft.com/office/drawing/2014/main" id="{F874C450-5859-F6F2-3781-3095436D96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BD132664-0EB1-8CC6-5B3B-B6E3B0514146}"/>
              </a:ext>
            </a:extLst>
          </p:cNvPr>
          <p:cNvSpPr>
            <a:spLocks noGrp="1" noChangeArrowheads="1"/>
          </p:cNvSpPr>
          <p:nvPr>
            <p:ph type="sldNum" sz="quarter" idx="10"/>
          </p:nvPr>
        </p:nvSpPr>
        <p:spPr/>
        <p:txBody>
          <a:bodyPr/>
          <a:lstStyle>
            <a:lvl1pPr>
              <a:defRPr/>
            </a:lvl1pPr>
          </a:lstStyle>
          <a:p>
            <a:pPr>
              <a:defRPr/>
            </a:pPr>
            <a:fld id="{E913ECB9-0FB5-4225-B9BD-6748AD3EC9D9}" type="slidenum">
              <a:rPr lang="en-US" altLang="en-US"/>
              <a:pPr>
                <a:defRPr/>
              </a:pPr>
              <a:t>‹#›</a:t>
            </a:fld>
            <a:endParaRPr lang="en-US" altLang="en-US"/>
          </a:p>
        </p:txBody>
      </p:sp>
    </p:spTree>
    <p:extLst>
      <p:ext uri="{BB962C8B-B14F-4D97-AF65-F5344CB8AC3E}">
        <p14:creationId xmlns:p14="http://schemas.microsoft.com/office/powerpoint/2010/main" val="402952516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9" descr="Kogodlogo">
            <a:extLst>
              <a:ext uri="{FF2B5EF4-FFF2-40B4-BE49-F238E27FC236}">
                <a16:creationId xmlns:a16="http://schemas.microsoft.com/office/drawing/2014/main" id="{3A6A77C8-414D-8FF8-04B0-60BAB85E2D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10">
            <a:extLst>
              <a:ext uri="{FF2B5EF4-FFF2-40B4-BE49-F238E27FC236}">
                <a16:creationId xmlns:a16="http://schemas.microsoft.com/office/drawing/2014/main" id="{C51EA412-7153-C7F6-202F-35C945438C9A}"/>
              </a:ext>
            </a:extLst>
          </p:cNvPr>
          <p:cNvSpPr>
            <a:spLocks noGrp="1" noChangeArrowheads="1"/>
          </p:cNvSpPr>
          <p:nvPr>
            <p:ph type="sldNum" sz="quarter" idx="10"/>
          </p:nvPr>
        </p:nvSpPr>
        <p:spPr/>
        <p:txBody>
          <a:bodyPr/>
          <a:lstStyle>
            <a:lvl1pPr>
              <a:defRPr/>
            </a:lvl1pPr>
          </a:lstStyle>
          <a:p>
            <a:pPr>
              <a:defRPr/>
            </a:pPr>
            <a:fld id="{7D23AB30-8123-443B-8E8F-AEC1E9895E36}" type="slidenum">
              <a:rPr lang="en-US" altLang="en-US"/>
              <a:pPr>
                <a:defRPr/>
              </a:pPr>
              <a:t>‹#›</a:t>
            </a:fld>
            <a:endParaRPr lang="en-US" altLang="en-US"/>
          </a:p>
        </p:txBody>
      </p:sp>
    </p:spTree>
    <p:extLst>
      <p:ext uri="{BB962C8B-B14F-4D97-AF65-F5344CB8AC3E}">
        <p14:creationId xmlns:p14="http://schemas.microsoft.com/office/powerpoint/2010/main" val="294733983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9" descr="Kogodlogo">
            <a:extLst>
              <a:ext uri="{FF2B5EF4-FFF2-40B4-BE49-F238E27FC236}">
                <a16:creationId xmlns:a16="http://schemas.microsoft.com/office/drawing/2014/main" id="{BBC0B031-E3B4-886A-C991-AFC6BC862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0">
            <a:extLst>
              <a:ext uri="{FF2B5EF4-FFF2-40B4-BE49-F238E27FC236}">
                <a16:creationId xmlns:a16="http://schemas.microsoft.com/office/drawing/2014/main" id="{CA127C45-5FBF-DC9B-A179-38FD044AFE6F}"/>
              </a:ext>
            </a:extLst>
          </p:cNvPr>
          <p:cNvSpPr>
            <a:spLocks noGrp="1" noChangeArrowheads="1"/>
          </p:cNvSpPr>
          <p:nvPr>
            <p:ph type="sldNum" sz="quarter" idx="10"/>
          </p:nvPr>
        </p:nvSpPr>
        <p:spPr/>
        <p:txBody>
          <a:bodyPr/>
          <a:lstStyle>
            <a:lvl1pPr>
              <a:defRPr/>
            </a:lvl1pPr>
          </a:lstStyle>
          <a:p>
            <a:pPr>
              <a:defRPr/>
            </a:pPr>
            <a:fld id="{D95DC40E-5788-49EF-A614-32D17308D00E}" type="slidenum">
              <a:rPr lang="en-US" altLang="en-US"/>
              <a:pPr>
                <a:defRPr/>
              </a:pPr>
              <a:t>‹#›</a:t>
            </a:fld>
            <a:endParaRPr lang="en-US" altLang="en-US"/>
          </a:p>
        </p:txBody>
      </p:sp>
    </p:spTree>
    <p:extLst>
      <p:ext uri="{BB962C8B-B14F-4D97-AF65-F5344CB8AC3E}">
        <p14:creationId xmlns:p14="http://schemas.microsoft.com/office/powerpoint/2010/main" val="83736973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9" descr="Kogodlogo">
            <a:extLst>
              <a:ext uri="{FF2B5EF4-FFF2-40B4-BE49-F238E27FC236}">
                <a16:creationId xmlns:a16="http://schemas.microsoft.com/office/drawing/2014/main" id="{A6DE60F7-5D65-1B71-9726-8FF2C62F8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0">
            <a:extLst>
              <a:ext uri="{FF2B5EF4-FFF2-40B4-BE49-F238E27FC236}">
                <a16:creationId xmlns:a16="http://schemas.microsoft.com/office/drawing/2014/main" id="{B3AA4B76-E139-30BC-1B52-B2B743783A6D}"/>
              </a:ext>
            </a:extLst>
          </p:cNvPr>
          <p:cNvSpPr>
            <a:spLocks noGrp="1" noChangeArrowheads="1"/>
          </p:cNvSpPr>
          <p:nvPr>
            <p:ph type="sldNum" sz="quarter" idx="10"/>
          </p:nvPr>
        </p:nvSpPr>
        <p:spPr/>
        <p:txBody>
          <a:bodyPr/>
          <a:lstStyle>
            <a:lvl1pPr>
              <a:defRPr/>
            </a:lvl1pPr>
          </a:lstStyle>
          <a:p>
            <a:pPr>
              <a:defRPr/>
            </a:pPr>
            <a:fld id="{1903E410-B12E-40AF-B0D7-0247C1F144B5}" type="slidenum">
              <a:rPr lang="en-US" altLang="en-US"/>
              <a:pPr>
                <a:defRPr/>
              </a:pPr>
              <a:t>‹#›</a:t>
            </a:fld>
            <a:endParaRPr lang="en-US" altLang="en-US"/>
          </a:p>
        </p:txBody>
      </p:sp>
    </p:spTree>
    <p:extLst>
      <p:ext uri="{BB962C8B-B14F-4D97-AF65-F5344CB8AC3E}">
        <p14:creationId xmlns:p14="http://schemas.microsoft.com/office/powerpoint/2010/main" val="396600366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9" descr="Kogodlogo">
            <a:extLst>
              <a:ext uri="{FF2B5EF4-FFF2-40B4-BE49-F238E27FC236}">
                <a16:creationId xmlns:a16="http://schemas.microsoft.com/office/drawing/2014/main" id="{4B63B108-EC9E-7510-439F-109019A89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Rectangle 10">
            <a:extLst>
              <a:ext uri="{FF2B5EF4-FFF2-40B4-BE49-F238E27FC236}">
                <a16:creationId xmlns:a16="http://schemas.microsoft.com/office/drawing/2014/main" id="{57064E90-D3B0-8608-C048-4A22D32C5738}"/>
              </a:ext>
            </a:extLst>
          </p:cNvPr>
          <p:cNvSpPr>
            <a:spLocks noGrp="1" noChangeArrowheads="1"/>
          </p:cNvSpPr>
          <p:nvPr>
            <p:ph type="sldNum" sz="quarter" idx="10"/>
          </p:nvPr>
        </p:nvSpPr>
        <p:spPr/>
        <p:txBody>
          <a:bodyPr/>
          <a:lstStyle>
            <a:lvl1pPr>
              <a:defRPr/>
            </a:lvl1pPr>
          </a:lstStyle>
          <a:p>
            <a:pPr>
              <a:defRPr/>
            </a:pPr>
            <a:fld id="{A75676BD-7034-498B-A317-0EF1249E0A92}" type="slidenum">
              <a:rPr lang="en-US" altLang="en-US"/>
              <a:pPr>
                <a:defRPr/>
              </a:pPr>
              <a:t>‹#›</a:t>
            </a:fld>
            <a:endParaRPr lang="en-US" altLang="en-US"/>
          </a:p>
        </p:txBody>
      </p:sp>
    </p:spTree>
    <p:extLst>
      <p:ext uri="{BB962C8B-B14F-4D97-AF65-F5344CB8AC3E}">
        <p14:creationId xmlns:p14="http://schemas.microsoft.com/office/powerpoint/2010/main" val="71775639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9" descr="Kogodlogo">
            <a:extLst>
              <a:ext uri="{FF2B5EF4-FFF2-40B4-BE49-F238E27FC236}">
                <a16:creationId xmlns:a16="http://schemas.microsoft.com/office/drawing/2014/main" id="{1627EC89-B137-BFF3-62C0-3DD7304A5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0">
            <a:extLst>
              <a:ext uri="{FF2B5EF4-FFF2-40B4-BE49-F238E27FC236}">
                <a16:creationId xmlns:a16="http://schemas.microsoft.com/office/drawing/2014/main" id="{7A9E3B50-B382-4F3C-9517-3523A4196B67}"/>
              </a:ext>
            </a:extLst>
          </p:cNvPr>
          <p:cNvSpPr>
            <a:spLocks noGrp="1" noChangeArrowheads="1"/>
          </p:cNvSpPr>
          <p:nvPr>
            <p:ph type="sldNum" sz="quarter" idx="10"/>
          </p:nvPr>
        </p:nvSpPr>
        <p:spPr/>
        <p:txBody>
          <a:bodyPr/>
          <a:lstStyle>
            <a:lvl1pPr>
              <a:defRPr/>
            </a:lvl1pPr>
          </a:lstStyle>
          <a:p>
            <a:pPr>
              <a:defRPr/>
            </a:pPr>
            <a:fld id="{35933B1A-929B-4C66-ADEE-FBF47D3A1C39}" type="slidenum">
              <a:rPr lang="en-US" altLang="en-US"/>
              <a:pPr>
                <a:defRPr/>
              </a:pPr>
              <a:t>‹#›</a:t>
            </a:fld>
            <a:endParaRPr lang="en-US" altLang="en-US"/>
          </a:p>
        </p:txBody>
      </p:sp>
    </p:spTree>
    <p:extLst>
      <p:ext uri="{BB962C8B-B14F-4D97-AF65-F5344CB8AC3E}">
        <p14:creationId xmlns:p14="http://schemas.microsoft.com/office/powerpoint/2010/main" val="415309359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9" descr="Kogodlogo">
            <a:extLst>
              <a:ext uri="{FF2B5EF4-FFF2-40B4-BE49-F238E27FC236}">
                <a16:creationId xmlns:a16="http://schemas.microsoft.com/office/drawing/2014/main" id="{2F10FAD1-7C4B-802B-8D6B-B46AE89C17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10">
            <a:extLst>
              <a:ext uri="{FF2B5EF4-FFF2-40B4-BE49-F238E27FC236}">
                <a16:creationId xmlns:a16="http://schemas.microsoft.com/office/drawing/2014/main" id="{36C98FF3-E984-3090-9E31-2FDC0DBE4BD6}"/>
              </a:ext>
            </a:extLst>
          </p:cNvPr>
          <p:cNvSpPr>
            <a:spLocks noGrp="1" noChangeArrowheads="1"/>
          </p:cNvSpPr>
          <p:nvPr>
            <p:ph type="sldNum" sz="quarter" idx="10"/>
          </p:nvPr>
        </p:nvSpPr>
        <p:spPr/>
        <p:txBody>
          <a:bodyPr/>
          <a:lstStyle>
            <a:lvl1pPr>
              <a:defRPr/>
            </a:lvl1pPr>
          </a:lstStyle>
          <a:p>
            <a:pPr>
              <a:defRPr/>
            </a:pPr>
            <a:fld id="{5F40873D-30CC-434F-A9EF-4414F5F7D67E}" type="slidenum">
              <a:rPr lang="en-US" altLang="en-US"/>
              <a:pPr>
                <a:defRPr/>
              </a:pPr>
              <a:t>‹#›</a:t>
            </a:fld>
            <a:endParaRPr lang="en-US" altLang="en-US"/>
          </a:p>
        </p:txBody>
      </p:sp>
    </p:spTree>
    <p:extLst>
      <p:ext uri="{BB962C8B-B14F-4D97-AF65-F5344CB8AC3E}">
        <p14:creationId xmlns:p14="http://schemas.microsoft.com/office/powerpoint/2010/main" val="272000163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9" descr="Kogodlogo">
            <a:extLst>
              <a:ext uri="{FF2B5EF4-FFF2-40B4-BE49-F238E27FC236}">
                <a16:creationId xmlns:a16="http://schemas.microsoft.com/office/drawing/2014/main" id="{7CC0FB88-25DA-31D5-96DE-B24CD12A5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10">
            <a:extLst>
              <a:ext uri="{FF2B5EF4-FFF2-40B4-BE49-F238E27FC236}">
                <a16:creationId xmlns:a16="http://schemas.microsoft.com/office/drawing/2014/main" id="{2B45D402-8831-8495-7A8D-25FB7252EF54}"/>
              </a:ext>
            </a:extLst>
          </p:cNvPr>
          <p:cNvSpPr>
            <a:spLocks noGrp="1" noChangeArrowheads="1"/>
          </p:cNvSpPr>
          <p:nvPr>
            <p:ph type="sldNum" sz="quarter" idx="10"/>
          </p:nvPr>
        </p:nvSpPr>
        <p:spPr/>
        <p:txBody>
          <a:bodyPr/>
          <a:lstStyle>
            <a:lvl1pPr>
              <a:defRPr/>
            </a:lvl1pPr>
          </a:lstStyle>
          <a:p>
            <a:pPr>
              <a:defRPr/>
            </a:pPr>
            <a:fld id="{5CF43CC0-0C31-4F25-8967-EB956CB9B693}" type="slidenum">
              <a:rPr lang="en-US" altLang="en-US"/>
              <a:pPr>
                <a:defRPr/>
              </a:pPr>
              <a:t>‹#›</a:t>
            </a:fld>
            <a:endParaRPr lang="en-US" altLang="en-US"/>
          </a:p>
        </p:txBody>
      </p:sp>
    </p:spTree>
    <p:extLst>
      <p:ext uri="{BB962C8B-B14F-4D97-AF65-F5344CB8AC3E}">
        <p14:creationId xmlns:p14="http://schemas.microsoft.com/office/powerpoint/2010/main" val="254142085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4" name="Picture 9" descr="Kogodlogo">
            <a:extLst>
              <a:ext uri="{FF2B5EF4-FFF2-40B4-BE49-F238E27FC236}">
                <a16:creationId xmlns:a16="http://schemas.microsoft.com/office/drawing/2014/main" id="{FBA15C15-06C4-F346-5024-BF565FDF77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075C0D36-844F-09B5-F4B3-404A22ECAF9B}"/>
              </a:ext>
            </a:extLst>
          </p:cNvPr>
          <p:cNvSpPr>
            <a:spLocks noGrp="1" noChangeArrowheads="1"/>
          </p:cNvSpPr>
          <p:nvPr>
            <p:ph type="sldNum" sz="quarter" idx="10"/>
          </p:nvPr>
        </p:nvSpPr>
        <p:spPr/>
        <p:txBody>
          <a:bodyPr/>
          <a:lstStyle>
            <a:lvl1pPr>
              <a:defRPr/>
            </a:lvl1pPr>
          </a:lstStyle>
          <a:p>
            <a:pPr>
              <a:defRPr/>
            </a:pPr>
            <a:fld id="{7A3C42BE-09E1-432B-9F2F-2F9A92A65B07}" type="slidenum">
              <a:rPr lang="en-US" altLang="en-US"/>
              <a:pPr>
                <a:defRPr/>
              </a:pPr>
              <a:t>‹#›</a:t>
            </a:fld>
            <a:endParaRPr lang="en-US" altLang="en-US"/>
          </a:p>
        </p:txBody>
      </p:sp>
    </p:spTree>
    <p:extLst>
      <p:ext uri="{BB962C8B-B14F-4D97-AF65-F5344CB8AC3E}">
        <p14:creationId xmlns:p14="http://schemas.microsoft.com/office/powerpoint/2010/main" val="272359451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9" descr="Kogodlogo">
            <a:extLst>
              <a:ext uri="{FF2B5EF4-FFF2-40B4-BE49-F238E27FC236}">
                <a16:creationId xmlns:a16="http://schemas.microsoft.com/office/drawing/2014/main" id="{372577B8-CD69-DE34-31B6-1C801F7FA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6667500" y="457200"/>
            <a:ext cx="19431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57200"/>
            <a:ext cx="5676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7763FE45-DC6D-7712-B0BE-8D83FA6EB383}"/>
              </a:ext>
            </a:extLst>
          </p:cNvPr>
          <p:cNvSpPr>
            <a:spLocks noGrp="1" noChangeArrowheads="1"/>
          </p:cNvSpPr>
          <p:nvPr>
            <p:ph type="sldNum" sz="quarter" idx="10"/>
          </p:nvPr>
        </p:nvSpPr>
        <p:spPr/>
        <p:txBody>
          <a:bodyPr/>
          <a:lstStyle>
            <a:lvl1pPr>
              <a:defRPr/>
            </a:lvl1pPr>
          </a:lstStyle>
          <a:p>
            <a:pPr>
              <a:defRPr/>
            </a:pPr>
            <a:fld id="{58A9A8B5-F147-4714-8974-C017DA71B010}" type="slidenum">
              <a:rPr lang="en-US" altLang="en-US"/>
              <a:pPr>
                <a:defRPr/>
              </a:pPr>
              <a:t>‹#›</a:t>
            </a:fld>
            <a:endParaRPr lang="en-US" altLang="en-US"/>
          </a:p>
        </p:txBody>
      </p:sp>
    </p:spTree>
    <p:extLst>
      <p:ext uri="{BB962C8B-B14F-4D97-AF65-F5344CB8AC3E}">
        <p14:creationId xmlns:p14="http://schemas.microsoft.com/office/powerpoint/2010/main" val="64356537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pic>
        <p:nvPicPr>
          <p:cNvPr id="4" name="Picture 9" descr="Kogodlogo">
            <a:extLst>
              <a:ext uri="{FF2B5EF4-FFF2-40B4-BE49-F238E27FC236}">
                <a16:creationId xmlns:a16="http://schemas.microsoft.com/office/drawing/2014/main" id="{4BD933B2-6A49-083D-494B-07F64C4643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0163"/>
            <a:ext cx="2514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able Placeholder 2"/>
          <p:cNvSpPr>
            <a:spLocks noGrp="1"/>
          </p:cNvSpPr>
          <p:nvPr>
            <p:ph type="tbl" idx="1"/>
          </p:nvPr>
        </p:nvSpPr>
        <p:spPr>
          <a:xfrm>
            <a:off x="838200" y="1600200"/>
            <a:ext cx="7772400" cy="4114800"/>
          </a:xfrm>
        </p:spPr>
        <p:txBody>
          <a:bodyPr/>
          <a:lstStyle/>
          <a:p>
            <a:pPr lvl="0"/>
            <a:endParaRPr lang="en-US" noProof="0"/>
          </a:p>
        </p:txBody>
      </p:sp>
      <p:sp>
        <p:nvSpPr>
          <p:cNvPr id="5" name="Rectangle 10">
            <a:extLst>
              <a:ext uri="{FF2B5EF4-FFF2-40B4-BE49-F238E27FC236}">
                <a16:creationId xmlns:a16="http://schemas.microsoft.com/office/drawing/2014/main" id="{D60B989D-62D2-BD0B-2278-2F6B74D0F1FB}"/>
              </a:ext>
            </a:extLst>
          </p:cNvPr>
          <p:cNvSpPr>
            <a:spLocks noGrp="1" noChangeArrowheads="1"/>
          </p:cNvSpPr>
          <p:nvPr>
            <p:ph type="sldNum" sz="quarter" idx="10"/>
          </p:nvPr>
        </p:nvSpPr>
        <p:spPr/>
        <p:txBody>
          <a:bodyPr/>
          <a:lstStyle>
            <a:lvl1pPr>
              <a:defRPr/>
            </a:lvl1pPr>
          </a:lstStyle>
          <a:p>
            <a:pPr>
              <a:defRPr/>
            </a:pPr>
            <a:fld id="{7467A800-878A-4DAB-889B-174442BF895D}" type="slidenum">
              <a:rPr lang="en-US" altLang="en-US"/>
              <a:pPr>
                <a:defRPr/>
              </a:pPr>
              <a:t>‹#›</a:t>
            </a:fld>
            <a:endParaRPr lang="en-US" altLang="en-US"/>
          </a:p>
        </p:txBody>
      </p:sp>
    </p:spTree>
    <p:extLst>
      <p:ext uri="{BB962C8B-B14F-4D97-AF65-F5344CB8AC3E}">
        <p14:creationId xmlns:p14="http://schemas.microsoft.com/office/powerpoint/2010/main" val="98196808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ext Box 2200">
            <a:extLst>
              <a:ext uri="{FF2B5EF4-FFF2-40B4-BE49-F238E27FC236}">
                <a16:creationId xmlns:a16="http://schemas.microsoft.com/office/drawing/2014/main" id="{2D98F2AB-0D5B-D5F3-F533-0E7B80DF0116}"/>
              </a:ext>
            </a:extLst>
          </p:cNvPr>
          <p:cNvSpPr txBox="1">
            <a:spLocks noChangeArrowheads="1"/>
          </p:cNvSpPr>
          <p:nvPr/>
        </p:nvSpPr>
        <p:spPr bwMode="auto">
          <a:xfrm>
            <a:off x="76200" y="-930275"/>
            <a:ext cx="4724400" cy="6188075"/>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A</a:t>
            </a:r>
          </a:p>
        </p:txBody>
      </p:sp>
      <p:sp>
        <p:nvSpPr>
          <p:cNvPr id="3" name="Text Box 2201">
            <a:extLst>
              <a:ext uri="{FF2B5EF4-FFF2-40B4-BE49-F238E27FC236}">
                <a16:creationId xmlns:a16="http://schemas.microsoft.com/office/drawing/2014/main" id="{45C99E0F-9CF6-4CDC-57EC-63F051508282}"/>
              </a:ext>
            </a:extLst>
          </p:cNvPr>
          <p:cNvSpPr txBox="1">
            <a:spLocks noChangeArrowheads="1"/>
          </p:cNvSpPr>
          <p:nvPr/>
        </p:nvSpPr>
        <p:spPr bwMode="auto">
          <a:xfrm>
            <a:off x="990600" y="1203325"/>
            <a:ext cx="4724400" cy="6188075"/>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U</a:t>
            </a:r>
          </a:p>
        </p:txBody>
      </p:sp>
      <p:pic>
        <p:nvPicPr>
          <p:cNvPr id="4" name="Picture 9" descr="Kogodlogo">
            <a:extLst>
              <a:ext uri="{FF2B5EF4-FFF2-40B4-BE49-F238E27FC236}">
                <a16:creationId xmlns:a16="http://schemas.microsoft.com/office/drawing/2014/main" id="{8EA48220-AFC2-7525-6D63-0D8AE4F8D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6050" y="6324600"/>
            <a:ext cx="37655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8" name="Rectangle 1030"/>
          <p:cNvSpPr>
            <a:spLocks noGrp="1" noChangeArrowheads="1"/>
          </p:cNvSpPr>
          <p:nvPr>
            <p:ph type="subTitle" sz="quarter" idx="1"/>
          </p:nvPr>
        </p:nvSpPr>
        <p:spPr>
          <a:xfrm>
            <a:off x="1447800" y="2819400"/>
            <a:ext cx="6400800" cy="1752600"/>
          </a:xfrm>
        </p:spPr>
        <p:txBody>
          <a:bodyPr/>
          <a:lstStyle>
            <a:lvl1pPr marL="0" indent="0" algn="ctr">
              <a:buFontTx/>
              <a:buNone/>
              <a:defRPr/>
            </a:lvl1pPr>
          </a:lstStyle>
          <a:p>
            <a:r>
              <a:rPr lang="en-US"/>
              <a:t>Click to edit Master subtitle style</a:t>
            </a:r>
          </a:p>
        </p:txBody>
      </p:sp>
      <p:sp>
        <p:nvSpPr>
          <p:cNvPr id="9" name="Title 8"/>
          <p:cNvSpPr>
            <a:spLocks noGrp="1"/>
          </p:cNvSpPr>
          <p:nvPr>
            <p:ph type="title"/>
          </p:nvPr>
        </p:nvSpPr>
        <p:spPr/>
        <p:txBody>
          <a:bodyPr/>
          <a:lstStyle/>
          <a:p>
            <a:r>
              <a:rPr lang="en-US" dirty="0"/>
              <a:t>Click to edit Master title style</a:t>
            </a:r>
          </a:p>
        </p:txBody>
      </p:sp>
      <p:sp>
        <p:nvSpPr>
          <p:cNvPr id="5" name="Slide Number Placeholder 7">
            <a:extLst>
              <a:ext uri="{FF2B5EF4-FFF2-40B4-BE49-F238E27FC236}">
                <a16:creationId xmlns:a16="http://schemas.microsoft.com/office/drawing/2014/main" id="{72BB9C19-8542-8B24-526A-BE96F7F39442}"/>
              </a:ext>
            </a:extLst>
          </p:cNvPr>
          <p:cNvSpPr>
            <a:spLocks noGrp="1"/>
          </p:cNvSpPr>
          <p:nvPr>
            <p:ph type="sldNum" sz="quarter" idx="10"/>
          </p:nvPr>
        </p:nvSpPr>
        <p:spPr/>
        <p:txBody>
          <a:bodyPr/>
          <a:lstStyle>
            <a:lvl1pPr eaLnBrk="1" hangingPunct="1">
              <a:defRPr/>
            </a:lvl1pPr>
          </a:lstStyle>
          <a:p>
            <a:pPr>
              <a:defRPr/>
            </a:pPr>
            <a:fld id="{86A994AF-57BA-45D9-9297-6000B88CE539}" type="slidenum">
              <a:rPr lang="en-US" altLang="en-US"/>
              <a:pPr>
                <a:defRPr/>
              </a:pPr>
              <a:t>‹#›</a:t>
            </a:fld>
            <a:endParaRPr lang="en-US" altLang="en-US"/>
          </a:p>
        </p:txBody>
      </p:sp>
    </p:spTree>
    <p:extLst>
      <p:ext uri="{BB962C8B-B14F-4D97-AF65-F5344CB8AC3E}">
        <p14:creationId xmlns:p14="http://schemas.microsoft.com/office/powerpoint/2010/main" val="56706954"/>
      </p:ext>
    </p:extLst>
  </p:cSld>
  <p:clrMapOvr>
    <a:overrideClrMapping bg1="lt1" tx1="dk1" bg2="lt2" tx2="dk2" accent1="accent1" accent2="accent2" accent3="accent3" accent4="accent4" accent5="accent5" accent6="accent6" hlink="hlink" folHlink="folHlink"/>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ext Box 2200">
            <a:extLst>
              <a:ext uri="{FF2B5EF4-FFF2-40B4-BE49-F238E27FC236}">
                <a16:creationId xmlns:a16="http://schemas.microsoft.com/office/drawing/2014/main" id="{0EEB3055-F5C0-9420-6108-1626B6C8EF80}"/>
              </a:ext>
            </a:extLst>
          </p:cNvPr>
          <p:cNvSpPr txBox="1">
            <a:spLocks noChangeArrowheads="1"/>
          </p:cNvSpPr>
          <p:nvPr userDrawn="1"/>
        </p:nvSpPr>
        <p:spPr bwMode="auto">
          <a:xfrm>
            <a:off x="76200" y="-930275"/>
            <a:ext cx="4724400" cy="6188075"/>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A</a:t>
            </a:r>
          </a:p>
        </p:txBody>
      </p:sp>
      <p:sp>
        <p:nvSpPr>
          <p:cNvPr id="3" name="Text Box 2201">
            <a:extLst>
              <a:ext uri="{FF2B5EF4-FFF2-40B4-BE49-F238E27FC236}">
                <a16:creationId xmlns:a16="http://schemas.microsoft.com/office/drawing/2014/main" id="{722AEEDB-ED13-C864-5B2B-4CD4A02AEE69}"/>
              </a:ext>
            </a:extLst>
          </p:cNvPr>
          <p:cNvSpPr txBox="1">
            <a:spLocks noChangeArrowheads="1"/>
          </p:cNvSpPr>
          <p:nvPr userDrawn="1"/>
        </p:nvSpPr>
        <p:spPr bwMode="auto">
          <a:xfrm>
            <a:off x="990600" y="1203325"/>
            <a:ext cx="4724400" cy="6188075"/>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U</a:t>
            </a:r>
          </a:p>
        </p:txBody>
      </p:sp>
      <p:pic>
        <p:nvPicPr>
          <p:cNvPr id="4" name="Picture 9" descr="Kogodlogo">
            <a:extLst>
              <a:ext uri="{FF2B5EF4-FFF2-40B4-BE49-F238E27FC236}">
                <a16:creationId xmlns:a16="http://schemas.microsoft.com/office/drawing/2014/main" id="{02DC0575-E39E-679C-D98A-6E3D1928D70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26050" y="6324600"/>
            <a:ext cx="37655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8" name="Rectangle 1030"/>
          <p:cNvSpPr>
            <a:spLocks noGrp="1" noChangeArrowheads="1"/>
          </p:cNvSpPr>
          <p:nvPr>
            <p:ph type="subTitle" sz="quarter" idx="1"/>
          </p:nvPr>
        </p:nvSpPr>
        <p:spPr>
          <a:xfrm>
            <a:off x="1447800" y="2819400"/>
            <a:ext cx="6400800" cy="1752600"/>
          </a:xfrm>
        </p:spPr>
        <p:txBody>
          <a:bodyPr/>
          <a:lstStyle>
            <a:lvl1pPr marL="0" indent="0" algn="ctr">
              <a:buFontTx/>
              <a:buNone/>
              <a:defRPr/>
            </a:lvl1pPr>
          </a:lstStyle>
          <a:p>
            <a:r>
              <a:rPr lang="en-US"/>
              <a:t>Click to edit Master subtitle style</a:t>
            </a:r>
          </a:p>
        </p:txBody>
      </p:sp>
      <p:sp>
        <p:nvSpPr>
          <p:cNvPr id="9" name="Title 8"/>
          <p:cNvSpPr>
            <a:spLocks noGrp="1"/>
          </p:cNvSpPr>
          <p:nvPr>
            <p:ph type="title"/>
          </p:nvPr>
        </p:nvSpPr>
        <p:spPr/>
        <p:txBody>
          <a:bodyPr/>
          <a:lstStyle/>
          <a:p>
            <a:r>
              <a:rPr lang="en-US" dirty="0"/>
              <a:t>Click to edit Master title style</a:t>
            </a:r>
          </a:p>
        </p:txBody>
      </p:sp>
      <p:sp>
        <p:nvSpPr>
          <p:cNvPr id="5" name="Slide Number Placeholder 7">
            <a:extLst>
              <a:ext uri="{FF2B5EF4-FFF2-40B4-BE49-F238E27FC236}">
                <a16:creationId xmlns:a16="http://schemas.microsoft.com/office/drawing/2014/main" id="{DBEDE66A-6020-5092-7756-E8F4A047FCD2}"/>
              </a:ext>
            </a:extLst>
          </p:cNvPr>
          <p:cNvSpPr>
            <a:spLocks noGrp="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3B38D535-2F2D-450D-8217-2D901517935D}" type="slidenum">
              <a:rPr lang="en-US" altLang="en-US"/>
              <a:pPr>
                <a:defRPr/>
              </a:pPr>
              <a:t>‹#›</a:t>
            </a:fld>
            <a:endParaRPr lang="en-US" altLang="en-US"/>
          </a:p>
        </p:txBody>
      </p:sp>
    </p:spTree>
    <p:extLst>
      <p:ext uri="{BB962C8B-B14F-4D97-AF65-F5344CB8AC3E}">
        <p14:creationId xmlns:p14="http://schemas.microsoft.com/office/powerpoint/2010/main" val="3025253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9" descr="Kogodlogo">
            <a:extLst>
              <a:ext uri="{FF2B5EF4-FFF2-40B4-BE49-F238E27FC236}">
                <a16:creationId xmlns:a16="http://schemas.microsoft.com/office/drawing/2014/main" id="{294B3098-3983-BD45-BA87-BE411A8EB33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67400" y="115888"/>
            <a:ext cx="31242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7C066B42-72CB-628A-C318-5439B65A2F8E}"/>
              </a:ext>
            </a:extLst>
          </p:cNvPr>
          <p:cNvSpPr>
            <a:spLocks noGrp="1" noChangeArrowheads="1"/>
          </p:cNvSpPr>
          <p:nvPr>
            <p:ph type="sldNum" sz="quarter" idx="10"/>
          </p:nvPr>
        </p:nvSpPr>
        <p:spPr bwMode="auto">
          <a:xfrm>
            <a:off x="8610600" y="6553200"/>
            <a:ext cx="533400" cy="3048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AF81A396-EC32-423C-8893-AEFDED83304E}" type="slidenum">
              <a:rPr lang="en-US" altLang="en-US"/>
              <a:pPr>
                <a:defRPr/>
              </a:pPr>
              <a:t>‹#›</a:t>
            </a:fld>
            <a:endParaRPr lang="en-US" altLang="en-US"/>
          </a:p>
        </p:txBody>
      </p:sp>
    </p:spTree>
    <p:extLst>
      <p:ext uri="{BB962C8B-B14F-4D97-AF65-F5344CB8AC3E}">
        <p14:creationId xmlns:p14="http://schemas.microsoft.com/office/powerpoint/2010/main" val="1617044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a:extLst>
              <a:ext uri="{FF2B5EF4-FFF2-40B4-BE49-F238E27FC236}">
                <a16:creationId xmlns:a16="http://schemas.microsoft.com/office/drawing/2014/main" id="{D28B1382-D6EC-FDFF-05A6-1AF4D2221098}"/>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7354DA9-A6DF-49C5-AF42-0926EBB07E8D}" type="slidenum">
              <a:rPr lang="en-US" altLang="en-US"/>
              <a:pPr>
                <a:defRPr/>
              </a:pPr>
              <a:t>‹#›</a:t>
            </a:fld>
            <a:endParaRPr lang="en-US" altLang="en-US"/>
          </a:p>
        </p:txBody>
      </p:sp>
    </p:spTree>
    <p:extLst>
      <p:ext uri="{BB962C8B-B14F-4D97-AF65-F5344CB8AC3E}">
        <p14:creationId xmlns:p14="http://schemas.microsoft.com/office/powerpoint/2010/main" val="37851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8D9D5BB7-B9D6-9D3C-6F6D-A4037983686D}"/>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41E3AC98-5014-48F0-9934-46874BC1B470}" type="slidenum">
              <a:rPr lang="en-US" altLang="en-US"/>
              <a:pPr>
                <a:defRPr/>
              </a:pPr>
              <a:t>‹#›</a:t>
            </a:fld>
            <a:endParaRPr lang="en-US" altLang="en-US"/>
          </a:p>
        </p:txBody>
      </p:sp>
    </p:spTree>
    <p:extLst>
      <p:ext uri="{BB962C8B-B14F-4D97-AF65-F5344CB8AC3E}">
        <p14:creationId xmlns:p14="http://schemas.microsoft.com/office/powerpoint/2010/main" val="29978728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a:extLst>
              <a:ext uri="{FF2B5EF4-FFF2-40B4-BE49-F238E27FC236}">
                <a16:creationId xmlns:a16="http://schemas.microsoft.com/office/drawing/2014/main" id="{15458EEF-D57D-1C83-9830-2666296ED909}"/>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1B07554-9FCF-4DA8-862D-6F2865A708DF}" type="slidenum">
              <a:rPr lang="en-US" altLang="en-US"/>
              <a:pPr>
                <a:defRPr/>
              </a:pPr>
              <a:t>‹#›</a:t>
            </a:fld>
            <a:endParaRPr lang="en-US" altLang="en-US"/>
          </a:p>
        </p:txBody>
      </p:sp>
    </p:spTree>
    <p:extLst>
      <p:ext uri="{BB962C8B-B14F-4D97-AF65-F5344CB8AC3E}">
        <p14:creationId xmlns:p14="http://schemas.microsoft.com/office/powerpoint/2010/main" val="20446812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
            <a:extLst>
              <a:ext uri="{FF2B5EF4-FFF2-40B4-BE49-F238E27FC236}">
                <a16:creationId xmlns:a16="http://schemas.microsoft.com/office/drawing/2014/main" id="{EC69D8E8-9DB4-CE4E-C4B3-46DFF80D23A6}"/>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561CF8D-DC08-4DB5-8586-5386331BEE36}" type="slidenum">
              <a:rPr lang="en-US" altLang="en-US"/>
              <a:pPr>
                <a:defRPr/>
              </a:pPr>
              <a:t>‹#›</a:t>
            </a:fld>
            <a:endParaRPr lang="en-US" altLang="en-US"/>
          </a:p>
        </p:txBody>
      </p:sp>
    </p:spTree>
    <p:extLst>
      <p:ext uri="{BB962C8B-B14F-4D97-AF65-F5344CB8AC3E}">
        <p14:creationId xmlns:p14="http://schemas.microsoft.com/office/powerpoint/2010/main" val="33719745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1D2D6CDB-9C1E-9A9E-B5ED-574F764417C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343CE589-45A0-45AD-8994-96BB40BA7190}" type="slidenum">
              <a:rPr lang="en-US" altLang="en-US"/>
              <a:pPr>
                <a:defRPr/>
              </a:pPr>
              <a:t>‹#›</a:t>
            </a:fld>
            <a:endParaRPr lang="en-US" altLang="en-US"/>
          </a:p>
        </p:txBody>
      </p:sp>
    </p:spTree>
    <p:extLst>
      <p:ext uri="{BB962C8B-B14F-4D97-AF65-F5344CB8AC3E}">
        <p14:creationId xmlns:p14="http://schemas.microsoft.com/office/powerpoint/2010/main" val="20288674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DECBCB9D-82EE-4F2C-471F-A4BBDECB7528}"/>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B9C8DE8-E396-4C61-A00A-97FE7CDAFCE1}" type="slidenum">
              <a:rPr lang="en-US" altLang="en-US"/>
              <a:pPr>
                <a:defRPr/>
              </a:pPr>
              <a:t>‹#›</a:t>
            </a:fld>
            <a:endParaRPr lang="en-US" altLang="en-US"/>
          </a:p>
        </p:txBody>
      </p:sp>
    </p:spTree>
    <p:extLst>
      <p:ext uri="{BB962C8B-B14F-4D97-AF65-F5344CB8AC3E}">
        <p14:creationId xmlns:p14="http://schemas.microsoft.com/office/powerpoint/2010/main" val="3735627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C27B49B0-E392-E084-F141-5DA29BC89C49}"/>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47D92BAB-0630-4BDE-9B78-7F887176C5B8}" type="slidenum">
              <a:rPr lang="en-US" altLang="en-US"/>
              <a:pPr>
                <a:defRPr/>
              </a:pPr>
              <a:t>‹#›</a:t>
            </a:fld>
            <a:endParaRPr lang="en-US" altLang="en-US"/>
          </a:p>
        </p:txBody>
      </p:sp>
    </p:spTree>
    <p:extLst>
      <p:ext uri="{BB962C8B-B14F-4D97-AF65-F5344CB8AC3E}">
        <p14:creationId xmlns:p14="http://schemas.microsoft.com/office/powerpoint/2010/main" val="17987918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a:extLst>
              <a:ext uri="{FF2B5EF4-FFF2-40B4-BE49-F238E27FC236}">
                <a16:creationId xmlns:a16="http://schemas.microsoft.com/office/drawing/2014/main" id="{FA76A8D1-90B1-99E4-9B13-F6D7A9101563}"/>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4A9E2A5-15BD-4F4E-AD7F-DBB4048FA083}" type="slidenum">
              <a:rPr lang="en-US" altLang="en-US"/>
              <a:pPr>
                <a:defRPr/>
              </a:pPr>
              <a:t>‹#›</a:t>
            </a:fld>
            <a:endParaRPr lang="en-US" altLang="en-US"/>
          </a:p>
        </p:txBody>
      </p:sp>
    </p:spTree>
    <p:extLst>
      <p:ext uri="{BB962C8B-B14F-4D97-AF65-F5344CB8AC3E}">
        <p14:creationId xmlns:p14="http://schemas.microsoft.com/office/powerpoint/2010/main" val="10569678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457200"/>
            <a:ext cx="19431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57200"/>
            <a:ext cx="5676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a:extLst>
              <a:ext uri="{FF2B5EF4-FFF2-40B4-BE49-F238E27FC236}">
                <a16:creationId xmlns:a16="http://schemas.microsoft.com/office/drawing/2014/main" id="{5D2677D3-9E96-0841-761B-FA8ADC5FAA4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7CC09ED-563B-48FE-8E90-0317209E1DD2}" type="slidenum">
              <a:rPr lang="en-US" altLang="en-US"/>
              <a:pPr>
                <a:defRPr/>
              </a:pPr>
              <a:t>‹#›</a:t>
            </a:fld>
            <a:endParaRPr lang="en-US" altLang="en-US"/>
          </a:p>
        </p:txBody>
      </p:sp>
    </p:spTree>
    <p:extLst>
      <p:ext uri="{BB962C8B-B14F-4D97-AF65-F5344CB8AC3E}">
        <p14:creationId xmlns:p14="http://schemas.microsoft.com/office/powerpoint/2010/main" val="2424606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457200"/>
            <a:ext cx="7772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0">
            <a:extLst>
              <a:ext uri="{FF2B5EF4-FFF2-40B4-BE49-F238E27FC236}">
                <a16:creationId xmlns:a16="http://schemas.microsoft.com/office/drawing/2014/main" id="{08466219-D061-291B-AFB1-A07DFE7B8FCB}"/>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567D3CD4-D994-4E36-84A2-34A3F9C40F6F}" type="slidenum">
              <a:rPr lang="en-US" altLang="en-US"/>
              <a:pPr>
                <a:defRPr/>
              </a:pPr>
              <a:t>‹#›</a:t>
            </a:fld>
            <a:endParaRPr lang="en-US" altLang="en-US"/>
          </a:p>
        </p:txBody>
      </p:sp>
    </p:spTree>
    <p:extLst>
      <p:ext uri="{BB962C8B-B14F-4D97-AF65-F5344CB8AC3E}">
        <p14:creationId xmlns:p14="http://schemas.microsoft.com/office/powerpoint/2010/main" val="28683281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00600" y="1600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00600" y="3733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0">
            <a:extLst>
              <a:ext uri="{FF2B5EF4-FFF2-40B4-BE49-F238E27FC236}">
                <a16:creationId xmlns:a16="http://schemas.microsoft.com/office/drawing/2014/main" id="{70C58F1A-0D14-3CC1-762D-EF7B47727130}"/>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72E51E52-8903-46FE-817E-5D03CB5D9AE3}" type="slidenum">
              <a:rPr lang="en-US" altLang="en-US"/>
              <a:pPr>
                <a:defRPr/>
              </a:pPr>
              <a:t>‹#›</a:t>
            </a:fld>
            <a:endParaRPr lang="en-US" altLang="en-US"/>
          </a:p>
        </p:txBody>
      </p:sp>
    </p:spTree>
    <p:extLst>
      <p:ext uri="{BB962C8B-B14F-4D97-AF65-F5344CB8AC3E}">
        <p14:creationId xmlns:p14="http://schemas.microsoft.com/office/powerpoint/2010/main" val="40462854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16671C91-3EDE-95A9-5427-32FEF0223565}"/>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AC946CC7-4688-4711-8379-D21980193EF1}" type="slidenum">
              <a:rPr lang="en-US" altLang="en-US"/>
              <a:pPr>
                <a:defRPr/>
              </a:pPr>
              <a:t>‹#›</a:t>
            </a:fld>
            <a:endParaRPr lang="en-US" altLang="en-US"/>
          </a:p>
        </p:txBody>
      </p:sp>
    </p:spTree>
    <p:extLst>
      <p:ext uri="{BB962C8B-B14F-4D97-AF65-F5344CB8AC3E}">
        <p14:creationId xmlns:p14="http://schemas.microsoft.com/office/powerpoint/2010/main" val="3968925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800600" y="1600200"/>
            <a:ext cx="3810000" cy="4114800"/>
          </a:xfrm>
        </p:spPr>
        <p:txBody>
          <a:bodyPr/>
          <a:lstStyle/>
          <a:p>
            <a:pPr lvl="0"/>
            <a:endParaRPr lang="en-US" noProof="0"/>
          </a:p>
        </p:txBody>
      </p:sp>
      <p:sp>
        <p:nvSpPr>
          <p:cNvPr id="5" name="Rectangle 10">
            <a:extLst>
              <a:ext uri="{FF2B5EF4-FFF2-40B4-BE49-F238E27FC236}">
                <a16:creationId xmlns:a16="http://schemas.microsoft.com/office/drawing/2014/main" id="{2EC39CD3-2667-0525-C15D-2E227871ED3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45AFFE92-26FE-4FF0-988C-CF9638724180}" type="slidenum">
              <a:rPr lang="en-US" altLang="en-US"/>
              <a:pPr>
                <a:defRPr/>
              </a:pPr>
              <a:t>‹#›</a:t>
            </a:fld>
            <a:endParaRPr lang="en-US" altLang="en-US"/>
          </a:p>
        </p:txBody>
      </p:sp>
    </p:spTree>
    <p:extLst>
      <p:ext uri="{BB962C8B-B14F-4D97-AF65-F5344CB8AC3E}">
        <p14:creationId xmlns:p14="http://schemas.microsoft.com/office/powerpoint/2010/main" val="9411989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able Placeholder 2"/>
          <p:cNvSpPr>
            <a:spLocks noGrp="1"/>
          </p:cNvSpPr>
          <p:nvPr>
            <p:ph type="tbl" idx="1"/>
          </p:nvPr>
        </p:nvSpPr>
        <p:spPr>
          <a:xfrm>
            <a:off x="838200" y="1600200"/>
            <a:ext cx="7772400" cy="4114800"/>
          </a:xfrm>
        </p:spPr>
        <p:txBody>
          <a:bodyPr/>
          <a:lstStyle/>
          <a:p>
            <a:pPr lvl="0"/>
            <a:endParaRPr lang="en-US" noProof="0"/>
          </a:p>
        </p:txBody>
      </p:sp>
      <p:sp>
        <p:nvSpPr>
          <p:cNvPr id="4" name="Rectangle 10">
            <a:extLst>
              <a:ext uri="{FF2B5EF4-FFF2-40B4-BE49-F238E27FC236}">
                <a16:creationId xmlns:a16="http://schemas.microsoft.com/office/drawing/2014/main" id="{ECEEC19C-1A08-EEB0-DB4A-E12F8944A959}"/>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B70B8A5-1188-4A68-BF30-C1F4BD0BC232}" type="slidenum">
              <a:rPr lang="en-US" altLang="en-US"/>
              <a:pPr>
                <a:defRPr/>
              </a:pPr>
              <a:t>‹#›</a:t>
            </a:fld>
            <a:endParaRPr lang="en-US" altLang="en-US"/>
          </a:p>
        </p:txBody>
      </p:sp>
    </p:spTree>
    <p:extLst>
      <p:ext uri="{BB962C8B-B14F-4D97-AF65-F5344CB8AC3E}">
        <p14:creationId xmlns:p14="http://schemas.microsoft.com/office/powerpoint/2010/main" val="2286530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ext Box 2200">
            <a:extLst>
              <a:ext uri="{FF2B5EF4-FFF2-40B4-BE49-F238E27FC236}">
                <a16:creationId xmlns:a16="http://schemas.microsoft.com/office/drawing/2014/main" id="{A4ACB61F-4B65-057B-0259-B895C48EA580}"/>
              </a:ext>
            </a:extLst>
          </p:cNvPr>
          <p:cNvSpPr txBox="1">
            <a:spLocks noChangeArrowheads="1"/>
          </p:cNvSpPr>
          <p:nvPr userDrawn="1"/>
        </p:nvSpPr>
        <p:spPr bwMode="auto">
          <a:xfrm>
            <a:off x="76200" y="-930275"/>
            <a:ext cx="4724400" cy="6188075"/>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A</a:t>
            </a:r>
          </a:p>
        </p:txBody>
      </p:sp>
      <p:sp>
        <p:nvSpPr>
          <p:cNvPr id="3" name="Text Box 2201">
            <a:extLst>
              <a:ext uri="{FF2B5EF4-FFF2-40B4-BE49-F238E27FC236}">
                <a16:creationId xmlns:a16="http://schemas.microsoft.com/office/drawing/2014/main" id="{DB2E688F-47C1-C141-7BAB-F700AFA82866}"/>
              </a:ext>
            </a:extLst>
          </p:cNvPr>
          <p:cNvSpPr txBox="1">
            <a:spLocks noChangeArrowheads="1"/>
          </p:cNvSpPr>
          <p:nvPr userDrawn="1"/>
        </p:nvSpPr>
        <p:spPr bwMode="auto">
          <a:xfrm>
            <a:off x="990600" y="1203325"/>
            <a:ext cx="4724400" cy="6188075"/>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40000">
                <a:solidFill>
                  <a:srgbClr val="EAEAEA"/>
                </a:solidFill>
              </a:rPr>
              <a:t>U</a:t>
            </a:r>
          </a:p>
        </p:txBody>
      </p:sp>
      <p:pic>
        <p:nvPicPr>
          <p:cNvPr id="4" name="Picture 9" descr="Kogodlogo">
            <a:extLst>
              <a:ext uri="{FF2B5EF4-FFF2-40B4-BE49-F238E27FC236}">
                <a16:creationId xmlns:a16="http://schemas.microsoft.com/office/drawing/2014/main" id="{B5175AF4-5B8D-7A13-D7B0-A0E619A8C5B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26050" y="6324600"/>
            <a:ext cx="37655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8" name="Rectangle 1030"/>
          <p:cNvSpPr>
            <a:spLocks noGrp="1" noChangeArrowheads="1"/>
          </p:cNvSpPr>
          <p:nvPr>
            <p:ph type="subTitle" sz="quarter" idx="1"/>
          </p:nvPr>
        </p:nvSpPr>
        <p:spPr>
          <a:xfrm>
            <a:off x="1447800" y="2819400"/>
            <a:ext cx="6400800" cy="1752600"/>
          </a:xfrm>
        </p:spPr>
        <p:txBody>
          <a:bodyPr/>
          <a:lstStyle>
            <a:lvl1pPr marL="0" indent="0" algn="ctr">
              <a:buFontTx/>
              <a:buNone/>
              <a:defRPr/>
            </a:lvl1pPr>
          </a:lstStyle>
          <a:p>
            <a:r>
              <a:rPr lang="en-US"/>
              <a:t>Click to edit Master subtitle style</a:t>
            </a:r>
          </a:p>
        </p:txBody>
      </p:sp>
      <p:sp>
        <p:nvSpPr>
          <p:cNvPr id="9" name="Title 8"/>
          <p:cNvSpPr>
            <a:spLocks noGrp="1"/>
          </p:cNvSpPr>
          <p:nvPr>
            <p:ph type="title"/>
          </p:nvPr>
        </p:nvSpPr>
        <p:spPr/>
        <p:txBody>
          <a:bodyPr/>
          <a:lstStyle/>
          <a:p>
            <a:r>
              <a:rPr lang="en-US" dirty="0"/>
              <a:t>Click to edit Master title style</a:t>
            </a:r>
          </a:p>
        </p:txBody>
      </p:sp>
      <p:sp>
        <p:nvSpPr>
          <p:cNvPr id="5" name="Slide Number Placeholder 7">
            <a:extLst>
              <a:ext uri="{FF2B5EF4-FFF2-40B4-BE49-F238E27FC236}">
                <a16:creationId xmlns:a16="http://schemas.microsoft.com/office/drawing/2014/main" id="{A479FDDE-8F73-81BC-3A12-1F6930512012}"/>
              </a:ext>
            </a:extLst>
          </p:cNvPr>
          <p:cNvSpPr>
            <a:spLocks noGrp="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721D1AD1-1B9C-477F-8D87-789501189B9F}" type="slidenum">
              <a:rPr lang="en-US" altLang="en-US"/>
              <a:pPr>
                <a:defRPr/>
              </a:pPr>
              <a:t>‹#›</a:t>
            </a:fld>
            <a:endParaRPr lang="en-US" altLang="en-US"/>
          </a:p>
        </p:txBody>
      </p:sp>
    </p:spTree>
    <p:extLst>
      <p:ext uri="{BB962C8B-B14F-4D97-AF65-F5344CB8AC3E}">
        <p14:creationId xmlns:p14="http://schemas.microsoft.com/office/powerpoint/2010/main" val="21060643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9" descr="Kogodlogo">
            <a:extLst>
              <a:ext uri="{FF2B5EF4-FFF2-40B4-BE49-F238E27FC236}">
                <a16:creationId xmlns:a16="http://schemas.microsoft.com/office/drawing/2014/main" id="{61A2DC5E-3AA1-6FBB-43B4-0096F41D081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67400" y="115888"/>
            <a:ext cx="31242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AE221A2A-F068-0A87-C447-174D66BF16B2}"/>
              </a:ext>
            </a:extLst>
          </p:cNvPr>
          <p:cNvSpPr>
            <a:spLocks noGrp="1" noChangeArrowheads="1"/>
          </p:cNvSpPr>
          <p:nvPr>
            <p:ph type="sldNum" sz="quarter" idx="10"/>
          </p:nvPr>
        </p:nvSpPr>
        <p:spPr bwMode="auto">
          <a:xfrm>
            <a:off x="8610600" y="6553200"/>
            <a:ext cx="533400" cy="3048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E7206FED-F4DA-431D-965F-9ED9C6B2F129}" type="slidenum">
              <a:rPr lang="en-US" altLang="en-US"/>
              <a:pPr>
                <a:defRPr/>
              </a:pPr>
              <a:t>‹#›</a:t>
            </a:fld>
            <a:endParaRPr lang="en-US" altLang="en-US"/>
          </a:p>
        </p:txBody>
      </p:sp>
    </p:spTree>
    <p:extLst>
      <p:ext uri="{BB962C8B-B14F-4D97-AF65-F5344CB8AC3E}">
        <p14:creationId xmlns:p14="http://schemas.microsoft.com/office/powerpoint/2010/main" val="4141650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a:extLst>
              <a:ext uri="{FF2B5EF4-FFF2-40B4-BE49-F238E27FC236}">
                <a16:creationId xmlns:a16="http://schemas.microsoft.com/office/drawing/2014/main" id="{0AD5BA94-3EDA-CC9C-9561-96651C0AD643}"/>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1D66CB4-9A22-44C5-ACE2-C9E82FCCB33E}" type="slidenum">
              <a:rPr lang="en-US" altLang="en-US"/>
              <a:pPr>
                <a:defRPr/>
              </a:pPr>
              <a:t>‹#›</a:t>
            </a:fld>
            <a:endParaRPr lang="en-US" altLang="en-US"/>
          </a:p>
        </p:txBody>
      </p:sp>
    </p:spTree>
    <p:extLst>
      <p:ext uri="{BB962C8B-B14F-4D97-AF65-F5344CB8AC3E}">
        <p14:creationId xmlns:p14="http://schemas.microsoft.com/office/powerpoint/2010/main" val="42617165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1481ADD7-68DC-FA3F-D647-C36967C18AE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71A4699A-AE98-4FA0-B7AA-EA1E34E6855A}" type="slidenum">
              <a:rPr lang="en-US" altLang="en-US"/>
              <a:pPr>
                <a:defRPr/>
              </a:pPr>
              <a:t>‹#›</a:t>
            </a:fld>
            <a:endParaRPr lang="en-US" altLang="en-US"/>
          </a:p>
        </p:txBody>
      </p:sp>
    </p:spTree>
    <p:extLst>
      <p:ext uri="{BB962C8B-B14F-4D97-AF65-F5344CB8AC3E}">
        <p14:creationId xmlns:p14="http://schemas.microsoft.com/office/powerpoint/2010/main" val="23191682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a:extLst>
              <a:ext uri="{FF2B5EF4-FFF2-40B4-BE49-F238E27FC236}">
                <a16:creationId xmlns:a16="http://schemas.microsoft.com/office/drawing/2014/main" id="{AF06D86D-4788-AB37-D61D-E81CDDE92B4A}"/>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74BB102-A887-4D47-A1A6-E6690432F769}" type="slidenum">
              <a:rPr lang="en-US" altLang="en-US"/>
              <a:pPr>
                <a:defRPr/>
              </a:pPr>
              <a:t>‹#›</a:t>
            </a:fld>
            <a:endParaRPr lang="en-US" altLang="en-US"/>
          </a:p>
        </p:txBody>
      </p:sp>
    </p:spTree>
    <p:extLst>
      <p:ext uri="{BB962C8B-B14F-4D97-AF65-F5344CB8AC3E}">
        <p14:creationId xmlns:p14="http://schemas.microsoft.com/office/powerpoint/2010/main" val="11913473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
            <a:extLst>
              <a:ext uri="{FF2B5EF4-FFF2-40B4-BE49-F238E27FC236}">
                <a16:creationId xmlns:a16="http://schemas.microsoft.com/office/drawing/2014/main" id="{1CEA9A28-FAA4-89D6-366B-A56D75880543}"/>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334C0394-3461-4250-B8FE-971572DD35D4}" type="slidenum">
              <a:rPr lang="en-US" altLang="en-US"/>
              <a:pPr>
                <a:defRPr/>
              </a:pPr>
              <a:t>‹#›</a:t>
            </a:fld>
            <a:endParaRPr lang="en-US" altLang="en-US"/>
          </a:p>
        </p:txBody>
      </p:sp>
    </p:spTree>
    <p:extLst>
      <p:ext uri="{BB962C8B-B14F-4D97-AF65-F5344CB8AC3E}">
        <p14:creationId xmlns:p14="http://schemas.microsoft.com/office/powerpoint/2010/main" val="6819066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29928545-D671-6E85-82CE-EC695885B01A}"/>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E9250261-3B31-49BA-9C7E-6800191D883F}" type="slidenum">
              <a:rPr lang="en-US" altLang="en-US"/>
              <a:pPr>
                <a:defRPr/>
              </a:pPr>
              <a:t>‹#›</a:t>
            </a:fld>
            <a:endParaRPr lang="en-US" altLang="en-US"/>
          </a:p>
        </p:txBody>
      </p:sp>
    </p:spTree>
    <p:extLst>
      <p:ext uri="{BB962C8B-B14F-4D97-AF65-F5344CB8AC3E}">
        <p14:creationId xmlns:p14="http://schemas.microsoft.com/office/powerpoint/2010/main" val="6885618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A3C3FA2F-275D-9369-8ACA-D42C4E08140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A155CADB-EEE5-44D4-812E-7AED2AC285C6}" type="slidenum">
              <a:rPr lang="en-US" altLang="en-US"/>
              <a:pPr>
                <a:defRPr/>
              </a:pPr>
              <a:t>‹#›</a:t>
            </a:fld>
            <a:endParaRPr lang="en-US" altLang="en-US"/>
          </a:p>
        </p:txBody>
      </p:sp>
    </p:spTree>
    <p:extLst>
      <p:ext uri="{BB962C8B-B14F-4D97-AF65-F5344CB8AC3E}">
        <p14:creationId xmlns:p14="http://schemas.microsoft.com/office/powerpoint/2010/main" val="20040866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2618CA56-E376-074F-373F-9071E783823D}"/>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FD5C441-38D1-4D4F-97D9-6BE122D7CAB2}" type="slidenum">
              <a:rPr lang="en-US" altLang="en-US"/>
              <a:pPr>
                <a:defRPr/>
              </a:pPr>
              <a:t>‹#›</a:t>
            </a:fld>
            <a:endParaRPr lang="en-US" altLang="en-US"/>
          </a:p>
        </p:txBody>
      </p:sp>
    </p:spTree>
    <p:extLst>
      <p:ext uri="{BB962C8B-B14F-4D97-AF65-F5344CB8AC3E}">
        <p14:creationId xmlns:p14="http://schemas.microsoft.com/office/powerpoint/2010/main" val="27688871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a:extLst>
              <a:ext uri="{FF2B5EF4-FFF2-40B4-BE49-F238E27FC236}">
                <a16:creationId xmlns:a16="http://schemas.microsoft.com/office/drawing/2014/main" id="{FAC93BC7-9D8B-2A74-A689-9E1255478215}"/>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1C88BAF-065A-4D62-A716-F5655069F10D}" type="slidenum">
              <a:rPr lang="en-US" altLang="en-US"/>
              <a:pPr>
                <a:defRPr/>
              </a:pPr>
              <a:t>‹#›</a:t>
            </a:fld>
            <a:endParaRPr lang="en-US" altLang="en-US"/>
          </a:p>
        </p:txBody>
      </p:sp>
    </p:spTree>
    <p:extLst>
      <p:ext uri="{BB962C8B-B14F-4D97-AF65-F5344CB8AC3E}">
        <p14:creationId xmlns:p14="http://schemas.microsoft.com/office/powerpoint/2010/main" val="7169745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457200"/>
            <a:ext cx="19431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57200"/>
            <a:ext cx="5676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a:extLst>
              <a:ext uri="{FF2B5EF4-FFF2-40B4-BE49-F238E27FC236}">
                <a16:creationId xmlns:a16="http://schemas.microsoft.com/office/drawing/2014/main" id="{1E9DFB77-797B-EAA5-D8EC-BE920D6A859C}"/>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E75B10E-0A68-46C2-848E-CB818967FBA8}" type="slidenum">
              <a:rPr lang="en-US" altLang="en-US"/>
              <a:pPr>
                <a:defRPr/>
              </a:pPr>
              <a:t>‹#›</a:t>
            </a:fld>
            <a:endParaRPr lang="en-US" altLang="en-US"/>
          </a:p>
        </p:txBody>
      </p:sp>
    </p:spTree>
    <p:extLst>
      <p:ext uri="{BB962C8B-B14F-4D97-AF65-F5344CB8AC3E}">
        <p14:creationId xmlns:p14="http://schemas.microsoft.com/office/powerpoint/2010/main" val="24530329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457200"/>
            <a:ext cx="7772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0">
            <a:extLst>
              <a:ext uri="{FF2B5EF4-FFF2-40B4-BE49-F238E27FC236}">
                <a16:creationId xmlns:a16="http://schemas.microsoft.com/office/drawing/2014/main" id="{18AFA0A4-7127-DED4-DF92-6C8F892303C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706F5FC2-3DA4-42EE-A2B7-08CFF47E3443}" type="slidenum">
              <a:rPr lang="en-US" altLang="en-US"/>
              <a:pPr>
                <a:defRPr/>
              </a:pPr>
              <a:t>‹#›</a:t>
            </a:fld>
            <a:endParaRPr lang="en-US" altLang="en-US"/>
          </a:p>
        </p:txBody>
      </p:sp>
    </p:spTree>
    <p:extLst>
      <p:ext uri="{BB962C8B-B14F-4D97-AF65-F5344CB8AC3E}">
        <p14:creationId xmlns:p14="http://schemas.microsoft.com/office/powerpoint/2010/main" val="3909266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00600" y="1600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00600" y="3733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0">
            <a:extLst>
              <a:ext uri="{FF2B5EF4-FFF2-40B4-BE49-F238E27FC236}">
                <a16:creationId xmlns:a16="http://schemas.microsoft.com/office/drawing/2014/main" id="{39E6561A-E07C-59C5-4078-55DE1A692A9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3DD1C7E-FCD2-49B1-95D3-F7CCB7189EFC}" type="slidenum">
              <a:rPr lang="en-US" altLang="en-US"/>
              <a:pPr>
                <a:defRPr/>
              </a:pPr>
              <a:t>‹#›</a:t>
            </a:fld>
            <a:endParaRPr lang="en-US" altLang="en-US"/>
          </a:p>
        </p:txBody>
      </p:sp>
    </p:spTree>
    <p:extLst>
      <p:ext uri="{BB962C8B-B14F-4D97-AF65-F5344CB8AC3E}">
        <p14:creationId xmlns:p14="http://schemas.microsoft.com/office/powerpoint/2010/main" val="22231396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a:extLst>
              <a:ext uri="{FF2B5EF4-FFF2-40B4-BE49-F238E27FC236}">
                <a16:creationId xmlns:a16="http://schemas.microsoft.com/office/drawing/2014/main" id="{DD013A61-95E0-A49A-2DA6-EE0E77C9A9B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9C0C0CE3-DCE5-49CF-8B78-F9C532D24C82}" type="slidenum">
              <a:rPr lang="en-US" altLang="en-US"/>
              <a:pPr>
                <a:defRPr/>
              </a:pPr>
              <a:t>‹#›</a:t>
            </a:fld>
            <a:endParaRPr lang="en-US" altLang="en-US"/>
          </a:p>
        </p:txBody>
      </p:sp>
    </p:spTree>
    <p:extLst>
      <p:ext uri="{BB962C8B-B14F-4D97-AF65-F5344CB8AC3E}">
        <p14:creationId xmlns:p14="http://schemas.microsoft.com/office/powerpoint/2010/main" val="30774447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ext Placeholder 2"/>
          <p:cNvSpPr>
            <a:spLocks noGrp="1"/>
          </p:cNvSpPr>
          <p:nvPr>
            <p:ph type="body" sz="half" idx="1"/>
          </p:nvPr>
        </p:nvSpPr>
        <p:spPr>
          <a:xfrm>
            <a:off x="838200" y="1600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800600" y="1600200"/>
            <a:ext cx="3810000" cy="4114800"/>
          </a:xfrm>
        </p:spPr>
        <p:txBody>
          <a:bodyPr/>
          <a:lstStyle/>
          <a:p>
            <a:pPr lvl="0"/>
            <a:endParaRPr lang="en-US" noProof="0"/>
          </a:p>
        </p:txBody>
      </p:sp>
      <p:sp>
        <p:nvSpPr>
          <p:cNvPr id="5" name="Rectangle 10">
            <a:extLst>
              <a:ext uri="{FF2B5EF4-FFF2-40B4-BE49-F238E27FC236}">
                <a16:creationId xmlns:a16="http://schemas.microsoft.com/office/drawing/2014/main" id="{D7D9392A-8666-9903-7979-5F1F9C52152D}"/>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4F1BAB29-6FA0-4E11-8C0F-55C9D9CF732E}" type="slidenum">
              <a:rPr lang="en-US" altLang="en-US"/>
              <a:pPr>
                <a:defRPr/>
              </a:pPr>
              <a:t>‹#›</a:t>
            </a:fld>
            <a:endParaRPr lang="en-US" altLang="en-US"/>
          </a:p>
        </p:txBody>
      </p:sp>
    </p:spTree>
    <p:extLst>
      <p:ext uri="{BB962C8B-B14F-4D97-AF65-F5344CB8AC3E}">
        <p14:creationId xmlns:p14="http://schemas.microsoft.com/office/powerpoint/2010/main" val="10797243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5334000" cy="914400"/>
          </a:xfrm>
        </p:spPr>
        <p:txBody>
          <a:bodyPr/>
          <a:lstStyle/>
          <a:p>
            <a:r>
              <a:rPr lang="en-US"/>
              <a:t>Click to edit Master title style</a:t>
            </a:r>
          </a:p>
        </p:txBody>
      </p:sp>
      <p:sp>
        <p:nvSpPr>
          <p:cNvPr id="3" name="Table Placeholder 2"/>
          <p:cNvSpPr>
            <a:spLocks noGrp="1"/>
          </p:cNvSpPr>
          <p:nvPr>
            <p:ph type="tbl" idx="1"/>
          </p:nvPr>
        </p:nvSpPr>
        <p:spPr>
          <a:xfrm>
            <a:off x="838200" y="1600200"/>
            <a:ext cx="7772400" cy="4114800"/>
          </a:xfrm>
        </p:spPr>
        <p:txBody>
          <a:bodyPr/>
          <a:lstStyle/>
          <a:p>
            <a:pPr lvl="0"/>
            <a:endParaRPr lang="en-US" noProof="0"/>
          </a:p>
        </p:txBody>
      </p:sp>
      <p:sp>
        <p:nvSpPr>
          <p:cNvPr id="4" name="Rectangle 10">
            <a:extLst>
              <a:ext uri="{FF2B5EF4-FFF2-40B4-BE49-F238E27FC236}">
                <a16:creationId xmlns:a16="http://schemas.microsoft.com/office/drawing/2014/main" id="{5EE5A732-55D4-4B29-5F9A-3F4CA21E8031}"/>
              </a:ext>
            </a:extLst>
          </p:cNvPr>
          <p:cNvSpPr>
            <a:spLocks noGrp="1" noChangeArrowheads="1"/>
          </p:cNvSpPr>
          <p:nvPr>
            <p:ph type="sldNum" sz="quarter" idx="10"/>
          </p:nvPr>
        </p:nvSpPr>
        <p:spPr>
          <a:xfrm>
            <a:off x="8610600" y="6553200"/>
            <a:ext cx="533400" cy="3048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A087D3D-E54E-4AB2-A21D-2459E9B717C4}" type="slidenum">
              <a:rPr lang="en-US" altLang="en-US"/>
              <a:pPr>
                <a:defRPr/>
              </a:pPr>
              <a:t>‹#›</a:t>
            </a:fld>
            <a:endParaRPr lang="en-US" altLang="en-US"/>
          </a:p>
        </p:txBody>
      </p:sp>
    </p:spTree>
    <p:extLst>
      <p:ext uri="{BB962C8B-B14F-4D97-AF65-F5344CB8AC3E}">
        <p14:creationId xmlns:p14="http://schemas.microsoft.com/office/powerpoint/2010/main" val="280707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image" Target="../media/image2.jpe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theme" Target="../theme/theme3.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8" name="Rectangle 10">
            <a:extLst>
              <a:ext uri="{FF2B5EF4-FFF2-40B4-BE49-F238E27FC236}">
                <a16:creationId xmlns:a16="http://schemas.microsoft.com/office/drawing/2014/main" id="{1167C6A9-177B-F0E0-78EB-5A5CD0A3210B}"/>
              </a:ext>
            </a:extLst>
          </p:cNvPr>
          <p:cNvSpPr>
            <a:spLocks noGrp="1" noChangeArrowheads="1"/>
          </p:cNvSpPr>
          <p:nvPr>
            <p:ph type="sldNum" sz="quarter" idx="4"/>
          </p:nvPr>
        </p:nvSpPr>
        <p:spPr bwMode="auto">
          <a:xfrm>
            <a:off x="8610600" y="6553200"/>
            <a:ext cx="533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CD9D975C-AE18-4910-A92D-53FC4021989C}" type="slidenum">
              <a:rPr lang="en-US"/>
              <a:pPr>
                <a:defRPr/>
              </a:pPr>
              <a:t>‹#›</a:t>
            </a:fld>
            <a:endParaRPr lang="en-US"/>
          </a:p>
        </p:txBody>
      </p:sp>
      <p:sp>
        <p:nvSpPr>
          <p:cNvPr id="1027" name="Rectangle 11">
            <a:extLst>
              <a:ext uri="{FF2B5EF4-FFF2-40B4-BE49-F238E27FC236}">
                <a16:creationId xmlns:a16="http://schemas.microsoft.com/office/drawing/2014/main" id="{45778BAC-D357-6F65-B167-24C74C12B10D}"/>
              </a:ext>
            </a:extLst>
          </p:cNvPr>
          <p:cNvSpPr>
            <a:spLocks noGrp="1" noChangeArrowheads="1"/>
          </p:cNvSpPr>
          <p:nvPr>
            <p:ph type="title"/>
          </p:nvPr>
        </p:nvSpPr>
        <p:spPr bwMode="auto">
          <a:xfrm>
            <a:off x="838200" y="457200"/>
            <a:ext cx="533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12">
            <a:extLst>
              <a:ext uri="{FF2B5EF4-FFF2-40B4-BE49-F238E27FC236}">
                <a16:creationId xmlns:a16="http://schemas.microsoft.com/office/drawing/2014/main" id="{F2427AB3-C3FE-02B1-6835-19CDF0F16A28}"/>
              </a:ext>
            </a:extLst>
          </p:cNvPr>
          <p:cNvSpPr>
            <a:spLocks noGrp="1" noChangeArrowheads="1"/>
          </p:cNvSpPr>
          <p:nvPr>
            <p:ph type="body" idx="1"/>
          </p:nvPr>
        </p:nvSpPr>
        <p:spPr bwMode="auto">
          <a:xfrm>
            <a:off x="838200" y="1600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5299" r:id="rId1"/>
    <p:sldLayoutId id="2147485300" r:id="rId2"/>
    <p:sldLayoutId id="2147485301" r:id="rId3"/>
    <p:sldLayoutId id="2147485302" r:id="rId4"/>
    <p:sldLayoutId id="2147485303" r:id="rId5"/>
    <p:sldLayoutId id="2147485304" r:id="rId6"/>
    <p:sldLayoutId id="2147485305" r:id="rId7"/>
    <p:sldLayoutId id="2147485306" r:id="rId8"/>
    <p:sldLayoutId id="2147485307" r:id="rId9"/>
    <p:sldLayoutId id="2147485308" r:id="rId10"/>
    <p:sldLayoutId id="2147485309" r:id="rId11"/>
    <p:sldLayoutId id="2147485310" r:id="rId12"/>
    <p:sldLayoutId id="2147485311" r:id="rId13"/>
  </p:sldLayoutIdLst>
  <p:hf hdr="0" ftr="0" dt="0"/>
  <p:txStyles>
    <p:titleStyle>
      <a:lvl1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mj-lt"/>
          <a:ea typeface="+mj-ea"/>
          <a:cs typeface="+mj-cs"/>
        </a:defRPr>
      </a:lvl1pPr>
      <a:lvl2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2pPr>
      <a:lvl3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3pPr>
      <a:lvl4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4pPr>
      <a:lvl5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5pPr>
      <a:lvl6pPr marL="4572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6pPr>
      <a:lvl7pPr marL="9144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7pPr>
      <a:lvl8pPr marL="13716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8pPr>
      <a:lvl9pPr marL="18288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tx1"/>
        </a:buClr>
        <a:buSzPct val="70000"/>
        <a:buFont typeface="Monotype Sort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srcRect/>
          <a:tile tx="0" ty="0" sx="100000" sy="100000" flip="none" algn="tl"/>
        </a:blipFill>
        <a:effectLst/>
      </p:bgPr>
    </p:bg>
    <p:spTree>
      <p:nvGrpSpPr>
        <p:cNvPr id="1" name=""/>
        <p:cNvGrpSpPr/>
        <p:nvPr/>
      </p:nvGrpSpPr>
      <p:grpSpPr>
        <a:xfrm>
          <a:off x="0" y="0"/>
          <a:ext cx="0" cy="0"/>
          <a:chOff x="0" y="0"/>
          <a:chExt cx="0" cy="0"/>
        </a:xfrm>
      </p:grpSpPr>
      <p:sp>
        <p:nvSpPr>
          <p:cNvPr id="2050" name="Rectangle 5">
            <a:extLst>
              <a:ext uri="{FF2B5EF4-FFF2-40B4-BE49-F238E27FC236}">
                <a16:creationId xmlns:a16="http://schemas.microsoft.com/office/drawing/2014/main" id="{E0EFCFB8-721E-4201-DE9B-38DF0BD3C00D}"/>
              </a:ext>
            </a:extLst>
          </p:cNvPr>
          <p:cNvSpPr>
            <a:spLocks noGrp="1" noChangeArrowheads="1"/>
          </p:cNvSpPr>
          <p:nvPr>
            <p:ph type="title"/>
          </p:nvPr>
        </p:nvSpPr>
        <p:spPr bwMode="auto">
          <a:xfrm>
            <a:off x="838200" y="381000"/>
            <a:ext cx="533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6">
            <a:extLst>
              <a:ext uri="{FF2B5EF4-FFF2-40B4-BE49-F238E27FC236}">
                <a16:creationId xmlns:a16="http://schemas.microsoft.com/office/drawing/2014/main" id="{381584DD-5AA9-4701-36D1-987177E58A2F}"/>
              </a:ext>
            </a:extLst>
          </p:cNvPr>
          <p:cNvSpPr>
            <a:spLocks noGrp="1" noChangeArrowheads="1"/>
          </p:cNvSpPr>
          <p:nvPr>
            <p:ph type="body" idx="1"/>
          </p:nvPr>
        </p:nvSpPr>
        <p:spPr bwMode="auto">
          <a:xfrm>
            <a:off x="838200" y="14478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Text Box 2200">
            <a:extLst>
              <a:ext uri="{FF2B5EF4-FFF2-40B4-BE49-F238E27FC236}">
                <a16:creationId xmlns:a16="http://schemas.microsoft.com/office/drawing/2014/main" id="{C069035E-BD1B-4056-2DEB-3F9437176F8B}"/>
              </a:ext>
            </a:extLst>
          </p:cNvPr>
          <p:cNvSpPr txBox="1">
            <a:spLocks noChangeArrowheads="1"/>
          </p:cNvSpPr>
          <p:nvPr/>
        </p:nvSpPr>
        <p:spPr bwMode="auto">
          <a:xfrm>
            <a:off x="0" y="6019800"/>
            <a:ext cx="533400" cy="646113"/>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3600">
                <a:solidFill>
                  <a:srgbClr val="EAEAEA"/>
                </a:solidFill>
              </a:rPr>
              <a:t>A</a:t>
            </a:r>
            <a:endParaRPr lang="en-US" sz="13400">
              <a:solidFill>
                <a:srgbClr val="EAEAEA"/>
              </a:solidFill>
            </a:endParaRPr>
          </a:p>
        </p:txBody>
      </p:sp>
      <p:sp>
        <p:nvSpPr>
          <p:cNvPr id="1029" name="Text Box 2201">
            <a:extLst>
              <a:ext uri="{FF2B5EF4-FFF2-40B4-BE49-F238E27FC236}">
                <a16:creationId xmlns:a16="http://schemas.microsoft.com/office/drawing/2014/main" id="{5B8DBA1E-61F4-71D6-6AEE-3073F6659FE5}"/>
              </a:ext>
            </a:extLst>
          </p:cNvPr>
          <p:cNvSpPr txBox="1">
            <a:spLocks noChangeArrowheads="1"/>
          </p:cNvSpPr>
          <p:nvPr/>
        </p:nvSpPr>
        <p:spPr bwMode="auto">
          <a:xfrm>
            <a:off x="76200" y="6211888"/>
            <a:ext cx="533400" cy="646112"/>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3600">
                <a:solidFill>
                  <a:srgbClr val="EAEAEA"/>
                </a:solidFill>
              </a:rPr>
              <a:t>U</a:t>
            </a:r>
            <a:endParaRPr lang="en-US" sz="13400">
              <a:solidFill>
                <a:srgbClr val="EAEAEA"/>
              </a:solidFill>
            </a:endParaRPr>
          </a:p>
        </p:txBody>
      </p:sp>
    </p:spTree>
  </p:cSld>
  <p:clrMap bg1="lt1" tx1="dk1" bg2="lt2" tx2="dk2" accent1="accent1" accent2="accent2" accent3="accent3" accent4="accent4" accent5="accent5" accent6="accent6" hlink="hlink" folHlink="folHlink"/>
  <p:sldLayoutIdLst>
    <p:sldLayoutId id="2147485312" r:id="rId1"/>
    <p:sldLayoutId id="2147485313" r:id="rId2"/>
    <p:sldLayoutId id="2147485314" r:id="rId3"/>
    <p:sldLayoutId id="2147485315" r:id="rId4"/>
    <p:sldLayoutId id="2147485316" r:id="rId5"/>
    <p:sldLayoutId id="2147485317" r:id="rId6"/>
    <p:sldLayoutId id="2147485318" r:id="rId7"/>
    <p:sldLayoutId id="2147485319" r:id="rId8"/>
    <p:sldLayoutId id="2147485320" r:id="rId9"/>
    <p:sldLayoutId id="2147485321" r:id="rId10"/>
    <p:sldLayoutId id="2147485322" r:id="rId11"/>
    <p:sldLayoutId id="2147485323" r:id="rId12"/>
    <p:sldLayoutId id="2147485324" r:id="rId13"/>
    <p:sldLayoutId id="2147485325" r:id="rId14"/>
    <p:sldLayoutId id="2147485326" r:id="rId15"/>
    <p:sldLayoutId id="2147485327" r:id="rId16"/>
  </p:sldLayoutIdLst>
  <p:hf hdr="0" ftr="0" dt="0"/>
  <p:txStyles>
    <p:titleStyle>
      <a:lvl1pPr algn="l" rtl="0" eaLnBrk="0" fontAlgn="base" hangingPunct="0">
        <a:spcBef>
          <a:spcPct val="0"/>
        </a:spcBef>
        <a:spcAft>
          <a:spcPct val="0"/>
        </a:spcAft>
        <a:defRPr kumimoji="1" sz="3200">
          <a:solidFill>
            <a:schemeClr val="tx1"/>
          </a:solidFill>
          <a:latin typeface="+mj-lt"/>
          <a:ea typeface="ＭＳ Ｐゴシック" pitchFamily="-65" charset="-128"/>
          <a:cs typeface="ＭＳ Ｐゴシック"/>
        </a:defRPr>
      </a:lvl1pPr>
      <a:lvl2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2pPr>
      <a:lvl3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3pPr>
      <a:lvl4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4pPr>
      <a:lvl5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5pPr>
      <a:lvl6pPr marL="457200" algn="l" rtl="0" eaLnBrk="0" fontAlgn="base" hangingPunct="0">
        <a:spcBef>
          <a:spcPct val="0"/>
        </a:spcBef>
        <a:spcAft>
          <a:spcPct val="0"/>
        </a:spcAft>
        <a:defRPr kumimoji="1" sz="3200">
          <a:solidFill>
            <a:schemeClr val="tx1"/>
          </a:solidFill>
          <a:latin typeface="Arial" charset="0"/>
        </a:defRPr>
      </a:lvl6pPr>
      <a:lvl7pPr marL="914400" algn="l" rtl="0" eaLnBrk="0" fontAlgn="base" hangingPunct="0">
        <a:spcBef>
          <a:spcPct val="0"/>
        </a:spcBef>
        <a:spcAft>
          <a:spcPct val="0"/>
        </a:spcAft>
        <a:defRPr kumimoji="1" sz="3200">
          <a:solidFill>
            <a:schemeClr val="tx1"/>
          </a:solidFill>
          <a:latin typeface="Arial" charset="0"/>
        </a:defRPr>
      </a:lvl7pPr>
      <a:lvl8pPr marL="1371600" algn="l" rtl="0" eaLnBrk="0" fontAlgn="base" hangingPunct="0">
        <a:spcBef>
          <a:spcPct val="0"/>
        </a:spcBef>
        <a:spcAft>
          <a:spcPct val="0"/>
        </a:spcAft>
        <a:defRPr kumimoji="1" sz="3200">
          <a:solidFill>
            <a:schemeClr val="tx1"/>
          </a:solidFill>
          <a:latin typeface="Arial" charset="0"/>
        </a:defRPr>
      </a:lvl8pPr>
      <a:lvl9pPr marL="1828800" algn="l" rtl="0" eaLnBrk="0" fontAlgn="base" hangingPunct="0">
        <a:spcBef>
          <a:spcPct val="0"/>
        </a:spcBef>
        <a:spcAft>
          <a:spcPct val="0"/>
        </a:spcAft>
        <a:defRPr kumimoji="1"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tx1"/>
        </a:buClr>
        <a:buChar char="•"/>
        <a:defRPr kumimoji="1" sz="2400">
          <a:solidFill>
            <a:schemeClr val="tx1"/>
          </a:solidFill>
          <a:latin typeface="+mn-lt"/>
          <a:ea typeface="ＭＳ Ｐゴシック" pitchFamily="-65" charset="-128"/>
          <a:cs typeface="ＭＳ Ｐゴシック"/>
        </a:defRPr>
      </a:lvl1pPr>
      <a:lvl2pPr marL="742950" indent="-285750" algn="l" rtl="0" eaLnBrk="0" fontAlgn="base" hangingPunct="0">
        <a:spcBef>
          <a:spcPct val="20000"/>
        </a:spcBef>
        <a:spcAft>
          <a:spcPct val="0"/>
        </a:spcAft>
        <a:buSzPct val="60000"/>
        <a:buChar char="o"/>
        <a:defRPr kumimoji="1" sz="2000">
          <a:solidFill>
            <a:schemeClr val="tx1"/>
          </a:solidFill>
          <a:latin typeface="+mn-lt"/>
          <a:ea typeface="ＭＳ Ｐゴシック" pitchFamily="-65" charset="-128"/>
          <a:cs typeface="ＭＳ Ｐゴシック"/>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a:solidFill>
            <a:schemeClr val="tx1"/>
          </a:solidFill>
          <a:latin typeface="+mn-lt"/>
          <a:ea typeface="ＭＳ Ｐゴシック" pitchFamily="-65" charset="-128"/>
          <a:cs typeface="ＭＳ Ｐゴシック"/>
        </a:defRPr>
      </a:lvl3pPr>
      <a:lvl4pPr marL="1600200" indent="-228600" algn="l" rtl="0" eaLnBrk="0" fontAlgn="base" hangingPunct="0">
        <a:spcBef>
          <a:spcPct val="20000"/>
        </a:spcBef>
        <a:spcAft>
          <a:spcPct val="0"/>
        </a:spcAft>
        <a:buChar char="–"/>
        <a:defRPr kumimoji="1" sz="1600">
          <a:solidFill>
            <a:schemeClr val="tx1"/>
          </a:solidFill>
          <a:latin typeface="+mn-lt"/>
          <a:ea typeface="ＭＳ Ｐゴシック" pitchFamily="-65" charset="-128"/>
          <a:cs typeface="ＭＳ Ｐゴシック"/>
        </a:defRPr>
      </a:lvl4pPr>
      <a:lvl5pPr marL="2057400" indent="-228600" algn="l" rtl="0" eaLnBrk="0" fontAlgn="base" hangingPunct="0">
        <a:spcBef>
          <a:spcPct val="20000"/>
        </a:spcBef>
        <a:spcAft>
          <a:spcPct val="0"/>
        </a:spcAft>
        <a:buChar char="»"/>
        <a:defRPr kumimoji="1" sz="1600">
          <a:solidFill>
            <a:schemeClr val="tx1"/>
          </a:solidFill>
          <a:latin typeface="+mn-lt"/>
          <a:ea typeface="ＭＳ Ｐゴシック" pitchFamily="-65" charset="-128"/>
          <a:cs typeface="ＭＳ Ｐゴシック"/>
        </a:defRPr>
      </a:lvl5pPr>
      <a:lvl6pPr marL="2514600" indent="-228600" algn="l" rtl="0" eaLnBrk="0" fontAlgn="base" hangingPunct="0">
        <a:spcBef>
          <a:spcPct val="20000"/>
        </a:spcBef>
        <a:spcAft>
          <a:spcPct val="0"/>
        </a:spcAft>
        <a:buChar char="»"/>
        <a:defRPr kumimoji="1" sz="1600">
          <a:solidFill>
            <a:schemeClr val="tx1"/>
          </a:solidFill>
          <a:latin typeface="+mn-lt"/>
        </a:defRPr>
      </a:lvl6pPr>
      <a:lvl7pPr marL="2971800" indent="-228600" algn="l" rtl="0" eaLnBrk="0" fontAlgn="base" hangingPunct="0">
        <a:spcBef>
          <a:spcPct val="20000"/>
        </a:spcBef>
        <a:spcAft>
          <a:spcPct val="0"/>
        </a:spcAft>
        <a:buChar char="»"/>
        <a:defRPr kumimoji="1" sz="1600">
          <a:solidFill>
            <a:schemeClr val="tx1"/>
          </a:solidFill>
          <a:latin typeface="+mn-lt"/>
        </a:defRPr>
      </a:lvl7pPr>
      <a:lvl8pPr marL="3429000" indent="-228600" algn="l" rtl="0" eaLnBrk="0" fontAlgn="base" hangingPunct="0">
        <a:spcBef>
          <a:spcPct val="20000"/>
        </a:spcBef>
        <a:spcAft>
          <a:spcPct val="0"/>
        </a:spcAft>
        <a:buChar char="»"/>
        <a:defRPr kumimoji="1" sz="1600">
          <a:solidFill>
            <a:schemeClr val="tx1"/>
          </a:solidFill>
          <a:latin typeface="+mn-lt"/>
        </a:defRPr>
      </a:lvl8pPr>
      <a:lvl9pPr marL="3886200" indent="-228600" algn="l" rtl="0" eaLnBrk="0" fontAlgn="base" hangingPunct="0">
        <a:spcBef>
          <a:spcPct val="20000"/>
        </a:spcBef>
        <a:spcAft>
          <a:spcPct val="0"/>
        </a:spcAft>
        <a:buChar char="»"/>
        <a:defRPr kumimoji="1"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srcRect/>
          <a:tile tx="0" ty="0" sx="100000" sy="100000" flip="none" algn="tl"/>
        </a:blipFill>
        <a:effectLst/>
      </p:bgPr>
    </p:bg>
    <p:spTree>
      <p:nvGrpSpPr>
        <p:cNvPr id="1" name=""/>
        <p:cNvGrpSpPr/>
        <p:nvPr/>
      </p:nvGrpSpPr>
      <p:grpSpPr>
        <a:xfrm>
          <a:off x="0" y="0"/>
          <a:ext cx="0" cy="0"/>
          <a:chOff x="0" y="0"/>
          <a:chExt cx="0" cy="0"/>
        </a:xfrm>
      </p:grpSpPr>
      <p:sp>
        <p:nvSpPr>
          <p:cNvPr id="3074" name="Rectangle 5">
            <a:extLst>
              <a:ext uri="{FF2B5EF4-FFF2-40B4-BE49-F238E27FC236}">
                <a16:creationId xmlns:a16="http://schemas.microsoft.com/office/drawing/2014/main" id="{8D03B180-16A3-1A74-228B-BB5C89F8EA57}"/>
              </a:ext>
            </a:extLst>
          </p:cNvPr>
          <p:cNvSpPr>
            <a:spLocks noGrp="1" noChangeArrowheads="1"/>
          </p:cNvSpPr>
          <p:nvPr>
            <p:ph type="title"/>
          </p:nvPr>
        </p:nvSpPr>
        <p:spPr bwMode="auto">
          <a:xfrm>
            <a:off x="838200" y="381000"/>
            <a:ext cx="533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Rectangle 6">
            <a:extLst>
              <a:ext uri="{FF2B5EF4-FFF2-40B4-BE49-F238E27FC236}">
                <a16:creationId xmlns:a16="http://schemas.microsoft.com/office/drawing/2014/main" id="{4E3CFA1D-98DF-F701-FC66-2EA5FF416AEE}"/>
              </a:ext>
            </a:extLst>
          </p:cNvPr>
          <p:cNvSpPr>
            <a:spLocks noGrp="1" noChangeArrowheads="1"/>
          </p:cNvSpPr>
          <p:nvPr>
            <p:ph type="body" idx="1"/>
          </p:nvPr>
        </p:nvSpPr>
        <p:spPr bwMode="auto">
          <a:xfrm>
            <a:off x="838200" y="14478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Text Box 2200">
            <a:extLst>
              <a:ext uri="{FF2B5EF4-FFF2-40B4-BE49-F238E27FC236}">
                <a16:creationId xmlns:a16="http://schemas.microsoft.com/office/drawing/2014/main" id="{AA3E7929-0822-B12F-DCA9-6072AE4ADEA4}"/>
              </a:ext>
            </a:extLst>
          </p:cNvPr>
          <p:cNvSpPr txBox="1">
            <a:spLocks noChangeArrowheads="1"/>
          </p:cNvSpPr>
          <p:nvPr/>
        </p:nvSpPr>
        <p:spPr bwMode="auto">
          <a:xfrm>
            <a:off x="0" y="6019800"/>
            <a:ext cx="533400" cy="646113"/>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3600">
                <a:solidFill>
                  <a:srgbClr val="EAEAEA"/>
                </a:solidFill>
              </a:rPr>
              <a:t>A</a:t>
            </a:r>
            <a:endParaRPr lang="en-US" sz="13400">
              <a:solidFill>
                <a:srgbClr val="EAEAEA"/>
              </a:solidFill>
            </a:endParaRPr>
          </a:p>
        </p:txBody>
      </p:sp>
      <p:sp>
        <p:nvSpPr>
          <p:cNvPr id="1029" name="Text Box 2201">
            <a:extLst>
              <a:ext uri="{FF2B5EF4-FFF2-40B4-BE49-F238E27FC236}">
                <a16:creationId xmlns:a16="http://schemas.microsoft.com/office/drawing/2014/main" id="{92BD6893-F4BB-845F-10A7-839D531E97B4}"/>
              </a:ext>
            </a:extLst>
          </p:cNvPr>
          <p:cNvSpPr txBox="1">
            <a:spLocks noChangeArrowheads="1"/>
          </p:cNvSpPr>
          <p:nvPr/>
        </p:nvSpPr>
        <p:spPr bwMode="auto">
          <a:xfrm>
            <a:off x="76200" y="6211888"/>
            <a:ext cx="533400" cy="646112"/>
          </a:xfrm>
          <a:prstGeom prst="rect">
            <a:avLst/>
          </a:prstGeom>
          <a:noFill/>
          <a:ln>
            <a:noFill/>
          </a:ln>
        </p:spPr>
        <p:txBody>
          <a:bodyPr>
            <a:spAutoFit/>
          </a:bodyPr>
          <a:lstStyle>
            <a:lvl1pPr eaLnBrk="0" hangingPunct="0">
              <a:defRPr sz="2400">
                <a:solidFill>
                  <a:schemeClr val="tx1"/>
                </a:solidFill>
                <a:latin typeface="Times New Roman" pitchFamily="18" charset="0"/>
                <a:ea typeface="ＭＳ Ｐゴシック" pitchFamily="34" charset="-128"/>
              </a:defRPr>
            </a:lvl1pPr>
            <a:lvl2pPr marL="742950" indent="-285750" eaLnBrk="0" hangingPunct="0">
              <a:defRPr sz="2400">
                <a:solidFill>
                  <a:schemeClr val="tx1"/>
                </a:solidFill>
                <a:latin typeface="Times New Roman" pitchFamily="18" charset="0"/>
                <a:ea typeface="ＭＳ Ｐゴシック" pitchFamily="34" charset="-128"/>
              </a:defRPr>
            </a:lvl2pPr>
            <a:lvl3pPr marL="1143000" indent="-228600" eaLnBrk="0" hangingPunct="0">
              <a:defRPr sz="2400">
                <a:solidFill>
                  <a:schemeClr val="tx1"/>
                </a:solidFill>
                <a:latin typeface="Times New Roman" pitchFamily="18" charset="0"/>
                <a:ea typeface="ＭＳ Ｐゴシック" pitchFamily="34" charset="-128"/>
              </a:defRPr>
            </a:lvl3pPr>
            <a:lvl4pPr marL="1600200" indent="-228600" eaLnBrk="0" hangingPunct="0">
              <a:defRPr sz="2400">
                <a:solidFill>
                  <a:schemeClr val="tx1"/>
                </a:solidFill>
                <a:latin typeface="Times New Roman" pitchFamily="18" charset="0"/>
                <a:ea typeface="ＭＳ Ｐゴシック" pitchFamily="34" charset="-128"/>
              </a:defRPr>
            </a:lvl4pPr>
            <a:lvl5pPr marL="2057400" indent="-228600" eaLnBrk="0" hangingPunct="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a:spcBef>
                <a:spcPct val="50000"/>
              </a:spcBef>
              <a:defRPr/>
            </a:pPr>
            <a:r>
              <a:rPr lang="en-US" sz="3600">
                <a:solidFill>
                  <a:srgbClr val="EAEAEA"/>
                </a:solidFill>
              </a:rPr>
              <a:t>U</a:t>
            </a:r>
            <a:endParaRPr lang="en-US" sz="13400">
              <a:solidFill>
                <a:srgbClr val="EAEAEA"/>
              </a:solidFill>
            </a:endParaRPr>
          </a:p>
        </p:txBody>
      </p:sp>
    </p:spTree>
  </p:cSld>
  <p:clrMap bg1="lt1" tx1="dk1" bg2="lt2" tx2="dk2" accent1="accent1" accent2="accent2" accent3="accent3" accent4="accent4" accent5="accent5" accent6="accent6" hlink="hlink" folHlink="folHlink"/>
  <p:sldLayoutIdLst>
    <p:sldLayoutId id="2147485328" r:id="rId1"/>
    <p:sldLayoutId id="2147485329" r:id="rId2"/>
    <p:sldLayoutId id="2147485330" r:id="rId3"/>
    <p:sldLayoutId id="2147485331" r:id="rId4"/>
    <p:sldLayoutId id="2147485332" r:id="rId5"/>
    <p:sldLayoutId id="2147485333" r:id="rId6"/>
    <p:sldLayoutId id="2147485334" r:id="rId7"/>
    <p:sldLayoutId id="2147485335" r:id="rId8"/>
    <p:sldLayoutId id="2147485336" r:id="rId9"/>
    <p:sldLayoutId id="2147485337" r:id="rId10"/>
    <p:sldLayoutId id="2147485338" r:id="rId11"/>
    <p:sldLayoutId id="2147485339" r:id="rId12"/>
    <p:sldLayoutId id="2147485340" r:id="rId13"/>
    <p:sldLayoutId id="2147485341" r:id="rId14"/>
    <p:sldLayoutId id="2147485342" r:id="rId15"/>
    <p:sldLayoutId id="2147485343" r:id="rId16"/>
  </p:sldLayoutIdLst>
  <p:hf hdr="0" ftr="0" dt="0"/>
  <p:txStyles>
    <p:titleStyle>
      <a:lvl1pPr algn="l" rtl="0" eaLnBrk="0" fontAlgn="base" hangingPunct="0">
        <a:spcBef>
          <a:spcPct val="0"/>
        </a:spcBef>
        <a:spcAft>
          <a:spcPct val="0"/>
        </a:spcAft>
        <a:defRPr kumimoji="1" sz="3200">
          <a:solidFill>
            <a:schemeClr val="tx1"/>
          </a:solidFill>
          <a:latin typeface="+mj-lt"/>
          <a:ea typeface="ＭＳ Ｐゴシック" pitchFamily="-65" charset="-128"/>
          <a:cs typeface="ＭＳ Ｐゴシック"/>
        </a:defRPr>
      </a:lvl1pPr>
      <a:lvl2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2pPr>
      <a:lvl3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3pPr>
      <a:lvl4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4pPr>
      <a:lvl5pPr algn="l" rtl="0" eaLnBrk="0" fontAlgn="base" hangingPunct="0">
        <a:spcBef>
          <a:spcPct val="0"/>
        </a:spcBef>
        <a:spcAft>
          <a:spcPct val="0"/>
        </a:spcAft>
        <a:defRPr kumimoji="1" sz="3200">
          <a:solidFill>
            <a:schemeClr val="tx1"/>
          </a:solidFill>
          <a:latin typeface="Arial" charset="0"/>
          <a:ea typeface="ＭＳ Ｐゴシック" pitchFamily="-65" charset="-128"/>
          <a:cs typeface="ＭＳ Ｐゴシック"/>
        </a:defRPr>
      </a:lvl5pPr>
      <a:lvl6pPr marL="457200" algn="l" rtl="0" eaLnBrk="0" fontAlgn="base" hangingPunct="0">
        <a:spcBef>
          <a:spcPct val="0"/>
        </a:spcBef>
        <a:spcAft>
          <a:spcPct val="0"/>
        </a:spcAft>
        <a:defRPr kumimoji="1" sz="3200">
          <a:solidFill>
            <a:schemeClr val="tx1"/>
          </a:solidFill>
          <a:latin typeface="Arial" charset="0"/>
        </a:defRPr>
      </a:lvl6pPr>
      <a:lvl7pPr marL="914400" algn="l" rtl="0" eaLnBrk="0" fontAlgn="base" hangingPunct="0">
        <a:spcBef>
          <a:spcPct val="0"/>
        </a:spcBef>
        <a:spcAft>
          <a:spcPct val="0"/>
        </a:spcAft>
        <a:defRPr kumimoji="1" sz="3200">
          <a:solidFill>
            <a:schemeClr val="tx1"/>
          </a:solidFill>
          <a:latin typeface="Arial" charset="0"/>
        </a:defRPr>
      </a:lvl7pPr>
      <a:lvl8pPr marL="1371600" algn="l" rtl="0" eaLnBrk="0" fontAlgn="base" hangingPunct="0">
        <a:spcBef>
          <a:spcPct val="0"/>
        </a:spcBef>
        <a:spcAft>
          <a:spcPct val="0"/>
        </a:spcAft>
        <a:defRPr kumimoji="1" sz="3200">
          <a:solidFill>
            <a:schemeClr val="tx1"/>
          </a:solidFill>
          <a:latin typeface="Arial" charset="0"/>
        </a:defRPr>
      </a:lvl8pPr>
      <a:lvl9pPr marL="1828800" algn="l" rtl="0" eaLnBrk="0" fontAlgn="base" hangingPunct="0">
        <a:spcBef>
          <a:spcPct val="0"/>
        </a:spcBef>
        <a:spcAft>
          <a:spcPct val="0"/>
        </a:spcAft>
        <a:defRPr kumimoji="1"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tx1"/>
        </a:buClr>
        <a:buChar char="•"/>
        <a:defRPr kumimoji="1" sz="2400">
          <a:solidFill>
            <a:schemeClr val="tx1"/>
          </a:solidFill>
          <a:latin typeface="+mn-lt"/>
          <a:ea typeface="ＭＳ Ｐゴシック" pitchFamily="-65" charset="-128"/>
          <a:cs typeface="ＭＳ Ｐゴシック"/>
        </a:defRPr>
      </a:lvl1pPr>
      <a:lvl2pPr marL="742950" indent="-285750" algn="l" rtl="0" eaLnBrk="0" fontAlgn="base" hangingPunct="0">
        <a:spcBef>
          <a:spcPct val="20000"/>
        </a:spcBef>
        <a:spcAft>
          <a:spcPct val="0"/>
        </a:spcAft>
        <a:buSzPct val="60000"/>
        <a:buChar char="o"/>
        <a:defRPr kumimoji="1" sz="2000">
          <a:solidFill>
            <a:schemeClr val="tx1"/>
          </a:solidFill>
          <a:latin typeface="+mn-lt"/>
          <a:ea typeface="ＭＳ Ｐゴシック" pitchFamily="-65" charset="-128"/>
          <a:cs typeface="ＭＳ Ｐゴシック"/>
        </a:defRPr>
      </a:lvl2pPr>
      <a:lvl3pPr marL="1143000" indent="-228600" algn="l" rtl="0" eaLnBrk="0" fontAlgn="base" hangingPunct="0">
        <a:spcBef>
          <a:spcPct val="20000"/>
        </a:spcBef>
        <a:spcAft>
          <a:spcPct val="0"/>
        </a:spcAft>
        <a:buSzPct val="70000"/>
        <a:buFont typeface="Wingdings" panose="05000000000000000000" pitchFamily="2" charset="2"/>
        <a:buChar char="§"/>
        <a:defRPr kumimoji="1">
          <a:solidFill>
            <a:schemeClr val="tx1"/>
          </a:solidFill>
          <a:latin typeface="+mn-lt"/>
          <a:ea typeface="ＭＳ Ｐゴシック" pitchFamily="-65" charset="-128"/>
          <a:cs typeface="ＭＳ Ｐゴシック"/>
        </a:defRPr>
      </a:lvl3pPr>
      <a:lvl4pPr marL="1600200" indent="-228600" algn="l" rtl="0" eaLnBrk="0" fontAlgn="base" hangingPunct="0">
        <a:spcBef>
          <a:spcPct val="20000"/>
        </a:spcBef>
        <a:spcAft>
          <a:spcPct val="0"/>
        </a:spcAft>
        <a:buChar char="–"/>
        <a:defRPr kumimoji="1" sz="1600">
          <a:solidFill>
            <a:schemeClr val="tx1"/>
          </a:solidFill>
          <a:latin typeface="+mn-lt"/>
          <a:ea typeface="ＭＳ Ｐゴシック" pitchFamily="-65" charset="-128"/>
          <a:cs typeface="ＭＳ Ｐゴシック"/>
        </a:defRPr>
      </a:lvl4pPr>
      <a:lvl5pPr marL="2057400" indent="-228600" algn="l" rtl="0" eaLnBrk="0" fontAlgn="base" hangingPunct="0">
        <a:spcBef>
          <a:spcPct val="20000"/>
        </a:spcBef>
        <a:spcAft>
          <a:spcPct val="0"/>
        </a:spcAft>
        <a:buChar char="»"/>
        <a:defRPr kumimoji="1" sz="1600">
          <a:solidFill>
            <a:schemeClr val="tx1"/>
          </a:solidFill>
          <a:latin typeface="+mn-lt"/>
          <a:ea typeface="ＭＳ Ｐゴシック" pitchFamily="-65" charset="-128"/>
          <a:cs typeface="ＭＳ Ｐゴシック"/>
        </a:defRPr>
      </a:lvl5pPr>
      <a:lvl6pPr marL="2514600" indent="-228600" algn="l" rtl="0" eaLnBrk="0" fontAlgn="base" hangingPunct="0">
        <a:spcBef>
          <a:spcPct val="20000"/>
        </a:spcBef>
        <a:spcAft>
          <a:spcPct val="0"/>
        </a:spcAft>
        <a:buChar char="»"/>
        <a:defRPr kumimoji="1" sz="1600">
          <a:solidFill>
            <a:schemeClr val="tx1"/>
          </a:solidFill>
          <a:latin typeface="+mn-lt"/>
        </a:defRPr>
      </a:lvl6pPr>
      <a:lvl7pPr marL="2971800" indent="-228600" algn="l" rtl="0" eaLnBrk="0" fontAlgn="base" hangingPunct="0">
        <a:spcBef>
          <a:spcPct val="20000"/>
        </a:spcBef>
        <a:spcAft>
          <a:spcPct val="0"/>
        </a:spcAft>
        <a:buChar char="»"/>
        <a:defRPr kumimoji="1" sz="1600">
          <a:solidFill>
            <a:schemeClr val="tx1"/>
          </a:solidFill>
          <a:latin typeface="+mn-lt"/>
        </a:defRPr>
      </a:lvl7pPr>
      <a:lvl8pPr marL="3429000" indent="-228600" algn="l" rtl="0" eaLnBrk="0" fontAlgn="base" hangingPunct="0">
        <a:spcBef>
          <a:spcPct val="20000"/>
        </a:spcBef>
        <a:spcAft>
          <a:spcPct val="0"/>
        </a:spcAft>
        <a:buChar char="»"/>
        <a:defRPr kumimoji="1" sz="1600">
          <a:solidFill>
            <a:schemeClr val="tx1"/>
          </a:solidFill>
          <a:latin typeface="+mn-lt"/>
        </a:defRPr>
      </a:lvl8pPr>
      <a:lvl9pPr marL="3886200" indent="-228600" algn="l" rtl="0" eaLnBrk="0" fontAlgn="base" hangingPunct="0">
        <a:spcBef>
          <a:spcPct val="20000"/>
        </a:spcBef>
        <a:spcAft>
          <a:spcPct val="0"/>
        </a:spcAft>
        <a:buChar char="»"/>
        <a:defRPr kumimoji="1"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1.xml"/><Relationship Id="rId7"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hyperlink" Target="https://tinyurl.com/EspinosaLead" TargetMode="External"/><Relationship Id="rId5" Type="http://schemas.openxmlformats.org/officeDocument/2006/relationships/hyperlink" Target="https://jibe4fun.github.io/" TargetMode="External"/><Relationship Id="rId4" Type="http://schemas.openxmlformats.org/officeDocument/2006/relationships/hyperlink" Target="mailto:alberto@american.edu" TargetMode="Externa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k0xgjUhEG3U"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4.xml"/><Relationship Id="rId5" Type="http://schemas.openxmlformats.org/officeDocument/2006/relationships/image" Target="../media/image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31.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hemeOverride" Target="../theme/themeOverride8.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hyperlink" Target="https://app.diagrams.ne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www.smartdraw.com/" TargetMode="External"/><Relationship Id="rId5" Type="http://schemas.openxmlformats.org/officeDocument/2006/relationships/hyperlink" Target="https://www.microsoft.com/en-us/microsoft-365/visio" TargetMode="External"/><Relationship Id="rId4" Type="http://schemas.openxmlformats.org/officeDocument/2006/relationships/hyperlink" Target="https://lucid.co/lucidchart"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1027">
            <a:extLst>
              <a:ext uri="{FF2B5EF4-FFF2-40B4-BE49-F238E27FC236}">
                <a16:creationId xmlns:a16="http://schemas.microsoft.com/office/drawing/2014/main" id="{C9CE7FBE-68F8-5B93-2CC6-643555974311}"/>
              </a:ext>
            </a:extLst>
          </p:cNvPr>
          <p:cNvSpPr>
            <a:spLocks noGrp="1" noChangeArrowheads="1"/>
          </p:cNvSpPr>
          <p:nvPr>
            <p:ph type="subTitle" sz="quarter" idx="1"/>
          </p:nvPr>
        </p:nvSpPr>
        <p:spPr>
          <a:xfrm>
            <a:off x="127000" y="1550988"/>
            <a:ext cx="8890000" cy="3124200"/>
          </a:xfrm>
        </p:spPr>
        <p:txBody>
          <a:bodyPr lIns="92075" tIns="46038" rIns="92075" bIns="46038"/>
          <a:lstStyle/>
          <a:p>
            <a:pPr algn="ctr"/>
            <a:r>
              <a:rPr lang="en-US" altLang="en-US" sz="2400" b="1" dirty="0">
                <a:solidFill>
                  <a:schemeClr val="accent2"/>
                </a:solidFill>
                <a:latin typeface="Comic Sans MS" panose="030F0702030302020204" pitchFamily="66" charset="0"/>
              </a:rPr>
              <a:t>Business Process (Analysis &amp; BPA) Improvement (BPI)</a:t>
            </a:r>
            <a:br>
              <a:rPr lang="en-US" altLang="en-US" sz="2400" b="1" dirty="0">
                <a:solidFill>
                  <a:schemeClr val="accent2"/>
                </a:solidFill>
                <a:latin typeface="Comic Sans MS" panose="030F0702030302020204" pitchFamily="66" charset="0"/>
              </a:rPr>
            </a:br>
            <a:endParaRPr lang="en-US" altLang="en-US" sz="2400" b="1" dirty="0">
              <a:solidFill>
                <a:srgbClr val="C00000"/>
              </a:solidFill>
              <a:latin typeface="Comic Sans MS" panose="030F0702030302020204" pitchFamily="66" charset="0"/>
            </a:endParaRPr>
          </a:p>
          <a:p>
            <a:pPr algn="ctr"/>
            <a:r>
              <a:rPr lang="en-US" altLang="en-US" sz="2400" b="1" dirty="0">
                <a:solidFill>
                  <a:srgbClr val="C00000"/>
                </a:solidFill>
                <a:latin typeface="Comic Sans MS" panose="030F0702030302020204" pitchFamily="66" charset="0"/>
              </a:rPr>
              <a:t>Prof. J. Alberto Espinosa, PhD</a:t>
            </a:r>
          </a:p>
          <a:p>
            <a:pPr algn="ctr"/>
            <a:r>
              <a:rPr lang="en-US" altLang="en-US" sz="1800" dirty="0">
                <a:latin typeface="Comic Sans MS" panose="030F0702030302020204" pitchFamily="66" charset="0"/>
              </a:rPr>
              <a:t>Dept. of Information Technology &amp; Analytics</a:t>
            </a:r>
          </a:p>
          <a:p>
            <a:pPr algn="ctr"/>
            <a:r>
              <a:rPr lang="en-US" altLang="en-US" sz="1800" i="1" dirty="0">
                <a:latin typeface="Times New Roman" panose="02020603050405020304" pitchFamily="18" charset="0"/>
                <a:cs typeface="Times New Roman" panose="02020603050405020304" pitchFamily="18" charset="0"/>
                <a:hlinkClick r:id="rId4"/>
              </a:rPr>
              <a:t>alberto@american.edu</a:t>
            </a:r>
            <a:r>
              <a:rPr lang="en-US" altLang="en-US" sz="1800" i="1" dirty="0">
                <a:latin typeface="Times New Roman" panose="02020603050405020304" pitchFamily="18" charset="0"/>
                <a:cs typeface="Times New Roman" panose="02020603050405020304" pitchFamily="18" charset="0"/>
              </a:rPr>
              <a:t>    </a:t>
            </a:r>
            <a:r>
              <a:rPr lang="en-US" altLang="en-US" sz="1800" i="1" dirty="0">
                <a:latin typeface="Times New Roman" panose="02020603050405020304" pitchFamily="18" charset="0"/>
                <a:cs typeface="Times New Roman" panose="02020603050405020304" pitchFamily="18" charset="0"/>
                <a:hlinkClick r:id="rId5"/>
              </a:rPr>
              <a:t>https://jibe4fun.github.io</a:t>
            </a:r>
            <a:r>
              <a:rPr lang="en-US" altLang="en-US" sz="1800" i="1" dirty="0">
                <a:latin typeface="Times New Roman" panose="02020603050405020304" pitchFamily="18" charset="0"/>
                <a:cs typeface="Times New Roman" panose="02020603050405020304" pitchFamily="18" charset="0"/>
              </a:rPr>
              <a:t> </a:t>
            </a:r>
          </a:p>
          <a:p>
            <a:pPr algn="ctr"/>
            <a:r>
              <a:rPr lang="en-US" altLang="en-US" sz="1400" i="1" dirty="0">
                <a:latin typeface="Times New Roman" panose="02020603050405020304" pitchFamily="18" charset="0"/>
                <a:ea typeface="ＭＳ Ｐゴシック" panose="020B0600070205080204" pitchFamily="34" charset="-128"/>
                <a:cs typeface="Times New Roman" panose="02020603050405020304" pitchFamily="18" charset="0"/>
              </a:rPr>
              <a:t>July 29, 2026</a:t>
            </a:r>
            <a:endParaRPr lang="en-US" altLang="en-US" sz="1800" dirty="0">
              <a:latin typeface="Times New Roman" panose="02020603050405020304" pitchFamily="18" charset="0"/>
              <a:cs typeface="Times New Roman" panose="02020603050405020304" pitchFamily="18" charset="0"/>
            </a:endParaRPr>
          </a:p>
          <a:p>
            <a:pPr algn="ctr"/>
            <a:endParaRPr lang="en-US" altLang="en-US" sz="1800" dirty="0"/>
          </a:p>
          <a:p>
            <a:pPr algn="ctr"/>
            <a:r>
              <a:rPr lang="en-US" altLang="en-US" sz="1800" b="1" dirty="0"/>
              <a:t>Slides:</a:t>
            </a:r>
            <a:r>
              <a:rPr lang="en-US" altLang="en-US" sz="1800" dirty="0"/>
              <a:t> </a:t>
            </a:r>
            <a:r>
              <a:rPr lang="en-US" altLang="en-US" sz="1800" dirty="0">
                <a:hlinkClick r:id="rId6"/>
              </a:rPr>
              <a:t>https://tinyurl.com/EspinosaLead</a:t>
            </a:r>
            <a:endParaRPr lang="en-US" altLang="en-US" sz="1800" dirty="0"/>
          </a:p>
          <a:p>
            <a:pPr algn="ctr"/>
            <a:r>
              <a:rPr lang="en-US" altLang="en-US" sz="1800" dirty="0"/>
              <a:t> </a:t>
            </a:r>
          </a:p>
        </p:txBody>
      </p:sp>
      <p:sp>
        <p:nvSpPr>
          <p:cNvPr id="5" name="Rectangle 1026">
            <a:extLst>
              <a:ext uri="{FF2B5EF4-FFF2-40B4-BE49-F238E27FC236}">
                <a16:creationId xmlns:a16="http://schemas.microsoft.com/office/drawing/2014/main" id="{3D502D5E-BB82-D0BC-9E99-787FFEE625AA}"/>
              </a:ext>
            </a:extLst>
          </p:cNvPr>
          <p:cNvSpPr txBox="1">
            <a:spLocks noChangeArrowheads="1"/>
          </p:cNvSpPr>
          <p:nvPr/>
        </p:nvSpPr>
        <p:spPr bwMode="auto">
          <a:xfrm>
            <a:off x="533400" y="546100"/>
            <a:ext cx="8077200" cy="609600"/>
          </a:xfrm>
          <a:prstGeom prst="rect">
            <a:avLst/>
          </a:prstGeom>
          <a:noFill/>
          <a:ln w="12700" cap="sq">
            <a:noFill/>
            <a:miter lim="800000"/>
            <a:headEnd type="none" w="sm" len="sm"/>
            <a:tailEnd type="none" w="sm" len="sm"/>
          </a:ln>
        </p:spPr>
        <p:txBody>
          <a:bodyPr lIns="92075" tIns="46038" rIns="92075" bIns="46038" anchor="b"/>
          <a:lstStyle>
            <a:lvl1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mj-lt"/>
                <a:ea typeface="+mj-ea"/>
                <a:cs typeface="+mj-cs"/>
              </a:defRPr>
            </a:lvl1pPr>
            <a:lvl2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2pPr>
            <a:lvl3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3pPr>
            <a:lvl4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4pPr>
            <a:lvl5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5pPr>
            <a:lvl6pPr marL="4572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6pPr>
            <a:lvl7pPr marL="9144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7pPr>
            <a:lvl8pPr marL="13716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8pPr>
            <a:lvl9pPr marL="18288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9pPr>
          </a:lstStyle>
          <a:p>
            <a:pPr algn="ctr">
              <a:defRPr/>
            </a:pPr>
            <a:r>
              <a:rPr lang="en-US" sz="2000" dirty="0">
                <a:latin typeface="Comic Sans MS" pitchFamily="66" charset="0"/>
              </a:rPr>
              <a:t>Leadership Initiatives</a:t>
            </a:r>
          </a:p>
          <a:p>
            <a:pPr algn="ctr">
              <a:defRPr/>
            </a:pPr>
            <a:r>
              <a:rPr lang="en-US" sz="2000" dirty="0">
                <a:latin typeface="Comic Sans MS" pitchFamily="66" charset="0"/>
                <a:ea typeface="+mn-ea"/>
                <a:cs typeface="+mn-cs"/>
              </a:rPr>
              <a:t>AI &amp; Emerging Technology Internship</a:t>
            </a:r>
          </a:p>
        </p:txBody>
      </p:sp>
      <p:pic>
        <p:nvPicPr>
          <p:cNvPr id="52228" name="Snagit_PPT10AD">
            <a:hlinkClick r:id="rId6"/>
            <a:extLst>
              <a:ext uri="{FF2B5EF4-FFF2-40B4-BE49-F238E27FC236}">
                <a16:creationId xmlns:a16="http://schemas.microsoft.com/office/drawing/2014/main" id="{2DF156D8-BE78-10BB-A143-AC3000E889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24313" y="4648200"/>
            <a:ext cx="1095375"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1">
            <a:extLst>
              <a:ext uri="{FF2B5EF4-FFF2-40B4-BE49-F238E27FC236}">
                <a16:creationId xmlns:a16="http://schemas.microsoft.com/office/drawing/2014/main" id="{4DBA47AF-BA4B-8D69-44F8-3F1C99FD2E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2800" y="2416175"/>
            <a:ext cx="10477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5">
            <a:extLst>
              <a:ext uri="{FF2B5EF4-FFF2-40B4-BE49-F238E27FC236}">
                <a16:creationId xmlns:a16="http://schemas.microsoft.com/office/drawing/2014/main" id="{374372A3-7C5A-BA66-44DF-7B1948F72FF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0175" y="100013"/>
            <a:ext cx="14478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TextBox 8">
            <a:extLst>
              <a:ext uri="{FF2B5EF4-FFF2-40B4-BE49-F238E27FC236}">
                <a16:creationId xmlns:a16="http://schemas.microsoft.com/office/drawing/2014/main" id="{C10AE723-8EFC-5C72-1944-0BC8D77FDC03}"/>
              </a:ext>
            </a:extLst>
          </p:cNvPr>
          <p:cNvSpPr txBox="1">
            <a:spLocks noChangeArrowheads="1"/>
          </p:cNvSpPr>
          <p:nvPr/>
        </p:nvSpPr>
        <p:spPr bwMode="auto">
          <a:xfrm>
            <a:off x="571500" y="1290638"/>
            <a:ext cx="80772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spcAft>
                <a:spcPts val="1200"/>
              </a:spcAft>
              <a:buClrTx/>
              <a:buSzTx/>
              <a:buFontTx/>
              <a:buNone/>
            </a:pPr>
            <a:r>
              <a:rPr kumimoji="0" lang="en-US" altLang="en-US" sz="1400" i="1">
                <a:latin typeface="Times New Roman" panose="02020603050405020304" pitchFamily="18" charset="0"/>
                <a:cs typeface="Times New Roman" panose="02020603050405020304" pitchFamily="18" charset="0"/>
              </a:rPr>
              <a:t>Prof. Espinosa holds a </a:t>
            </a:r>
            <a:r>
              <a:rPr kumimoji="0" lang="en-US" altLang="en-US" sz="1400" i="1">
                <a:solidFill>
                  <a:srgbClr val="0070C0"/>
                </a:solidFill>
                <a:latin typeface="Times New Roman" panose="02020603050405020304" pitchFamily="18" charset="0"/>
                <a:cs typeface="Times New Roman" panose="02020603050405020304" pitchFamily="18" charset="0"/>
              </a:rPr>
              <a:t>Ph.D</a:t>
            </a:r>
            <a:r>
              <a:rPr kumimoji="0" lang="en-US" altLang="en-US" sz="1400" i="1">
                <a:latin typeface="Times New Roman" panose="02020603050405020304" pitchFamily="18" charset="0"/>
                <a:cs typeface="Times New Roman" panose="02020603050405020304" pitchFamily="18" charset="0"/>
              </a:rPr>
              <a:t>. and </a:t>
            </a:r>
            <a:r>
              <a:rPr kumimoji="0" lang="en-US" altLang="en-US" sz="1400" i="1">
                <a:solidFill>
                  <a:srgbClr val="0070C0"/>
                </a:solidFill>
                <a:latin typeface="Times New Roman" panose="02020603050405020304" pitchFamily="18" charset="0"/>
                <a:cs typeface="Times New Roman" panose="02020603050405020304" pitchFamily="18" charset="0"/>
              </a:rPr>
              <a:t>Master of Science in Information Systems </a:t>
            </a:r>
            <a:r>
              <a:rPr kumimoji="0" lang="en-US" altLang="en-US" sz="1400" i="1">
                <a:latin typeface="Times New Roman" panose="02020603050405020304" pitchFamily="18" charset="0"/>
                <a:cs typeface="Times New Roman" panose="02020603050405020304" pitchFamily="18" charset="0"/>
              </a:rPr>
              <a:t>from the </a:t>
            </a:r>
            <a:r>
              <a:rPr kumimoji="0" lang="en-US" altLang="en-US" sz="1400" i="1">
                <a:solidFill>
                  <a:srgbClr val="0070C0"/>
                </a:solidFill>
                <a:latin typeface="Times New Roman" panose="02020603050405020304" pitchFamily="18" charset="0"/>
                <a:cs typeface="Times New Roman" panose="02020603050405020304" pitchFamily="18" charset="0"/>
              </a:rPr>
              <a:t>Tepper School of Business</a:t>
            </a:r>
            <a:r>
              <a:rPr kumimoji="0" lang="en-US" altLang="en-US" sz="1400" i="1">
                <a:latin typeface="Times New Roman" panose="02020603050405020304" pitchFamily="18" charset="0"/>
                <a:cs typeface="Times New Roman" panose="02020603050405020304" pitchFamily="18" charset="0"/>
              </a:rPr>
              <a:t> at </a:t>
            </a:r>
            <a:r>
              <a:rPr kumimoji="0" lang="en-US" altLang="en-US" sz="1400" i="1">
                <a:solidFill>
                  <a:srgbClr val="0070C0"/>
                </a:solidFill>
                <a:latin typeface="Times New Roman" panose="02020603050405020304" pitchFamily="18" charset="0"/>
                <a:cs typeface="Times New Roman" panose="02020603050405020304" pitchFamily="18" charset="0"/>
              </a:rPr>
              <a:t>Carnegie Mellon University</a:t>
            </a:r>
            <a:r>
              <a:rPr kumimoji="0" lang="en-US" altLang="en-US" sz="1400" i="1">
                <a:latin typeface="Times New Roman" panose="02020603050405020304" pitchFamily="18" charset="0"/>
                <a:cs typeface="Times New Roman" panose="02020603050405020304" pitchFamily="18" charset="0"/>
              </a:rPr>
              <a:t>, a </a:t>
            </a:r>
            <a:r>
              <a:rPr kumimoji="0" lang="en-US" altLang="en-US" sz="1400" i="1">
                <a:solidFill>
                  <a:srgbClr val="0070C0"/>
                </a:solidFill>
                <a:latin typeface="Times New Roman" panose="02020603050405020304" pitchFamily="18" charset="0"/>
                <a:cs typeface="Times New Roman" panose="02020603050405020304" pitchFamily="18" charset="0"/>
              </a:rPr>
              <a:t>Master of Business Administration </a:t>
            </a:r>
            <a:r>
              <a:rPr kumimoji="0" lang="en-US" altLang="en-US" sz="1400" i="1">
                <a:latin typeface="Times New Roman" panose="02020603050405020304" pitchFamily="18" charset="0"/>
                <a:cs typeface="Times New Roman" panose="02020603050405020304" pitchFamily="18" charset="0"/>
              </a:rPr>
              <a:t>from </a:t>
            </a:r>
            <a:r>
              <a:rPr kumimoji="0" lang="en-US" altLang="en-US" sz="1400" i="1">
                <a:solidFill>
                  <a:srgbClr val="0070C0"/>
                </a:solidFill>
                <a:latin typeface="Times New Roman" panose="02020603050405020304" pitchFamily="18" charset="0"/>
                <a:cs typeface="Times New Roman" panose="02020603050405020304" pitchFamily="18" charset="0"/>
              </a:rPr>
              <a:t>Texas Tech University</a:t>
            </a:r>
            <a:r>
              <a:rPr kumimoji="0" lang="en-US" altLang="en-US" sz="1400" i="1">
                <a:latin typeface="Times New Roman" panose="02020603050405020304" pitchFamily="18" charset="0"/>
                <a:cs typeface="Times New Roman" panose="02020603050405020304" pitchFamily="18" charset="0"/>
              </a:rPr>
              <a:t>, and a </a:t>
            </a:r>
            <a:r>
              <a:rPr kumimoji="0" lang="en-US" altLang="en-US" sz="1400" i="1">
                <a:solidFill>
                  <a:srgbClr val="0070C0"/>
                </a:solidFill>
                <a:latin typeface="Times New Roman" panose="02020603050405020304" pitchFamily="18" charset="0"/>
                <a:cs typeface="Times New Roman" panose="02020603050405020304" pitchFamily="18" charset="0"/>
              </a:rPr>
              <a:t>Mechanical Engineering </a:t>
            </a:r>
            <a:r>
              <a:rPr kumimoji="0" lang="en-US" altLang="en-US" sz="1400" i="1">
                <a:latin typeface="Times New Roman" panose="02020603050405020304" pitchFamily="18" charset="0"/>
                <a:cs typeface="Times New Roman" panose="02020603050405020304" pitchFamily="18" charset="0"/>
              </a:rPr>
              <a:t>degree from </a:t>
            </a:r>
            <a:r>
              <a:rPr kumimoji="0" lang="en-US" altLang="en-US" sz="1400" i="1">
                <a:solidFill>
                  <a:srgbClr val="0070C0"/>
                </a:solidFill>
                <a:latin typeface="Times New Roman" panose="02020603050405020304" pitchFamily="18" charset="0"/>
                <a:cs typeface="Times New Roman" panose="02020603050405020304" pitchFamily="18" charset="0"/>
              </a:rPr>
              <a:t>Pontificia Universidad Catolica del Peru</a:t>
            </a:r>
            <a:r>
              <a:rPr kumimoji="0" lang="en-US" altLang="en-US" sz="1400" i="1">
                <a:latin typeface="Times New Roman" panose="02020603050405020304" pitchFamily="18" charset="0"/>
                <a:cs typeface="Times New Roman" panose="02020603050405020304" pitchFamily="18" charset="0"/>
              </a:rPr>
              <a:t>. He is the architect and implementor of </a:t>
            </a:r>
            <a:r>
              <a:rPr kumimoji="0" lang="en-US" altLang="en-US" sz="1400" i="1">
                <a:solidFill>
                  <a:srgbClr val="0070C0"/>
                </a:solidFill>
                <a:latin typeface="Times New Roman" panose="02020603050405020304" pitchFamily="18" charset="0"/>
                <a:cs typeface="Times New Roman" panose="02020603050405020304" pitchFamily="18" charset="0"/>
              </a:rPr>
              <a:t>Kogod's MS Analytics Program </a:t>
            </a:r>
            <a:r>
              <a:rPr kumimoji="0" lang="en-US" altLang="en-US" sz="1400" i="1">
                <a:latin typeface="Times New Roman" panose="02020603050405020304" pitchFamily="18" charset="0"/>
                <a:cs typeface="Times New Roman" panose="02020603050405020304" pitchFamily="18" charset="0"/>
              </a:rPr>
              <a:t>and the undergraduate specialization in Business Analytics. He is also the curriculum architect for the IT&amp;A programs and specializations. He has over 70 published journal articles, conference proceedings, books, and book chapters. He has co-authored two research books, one on work coordination across time zones and a 2-volume book on big data and analytics for service delivery. He has also written a book titled </a:t>
            </a:r>
            <a:r>
              <a:rPr kumimoji="0" lang="en-US" altLang="en-US" sz="1400" i="1">
                <a:solidFill>
                  <a:srgbClr val="0070C0"/>
                </a:solidFill>
                <a:latin typeface="Times New Roman" panose="02020603050405020304" pitchFamily="18" charset="0"/>
                <a:cs typeface="Times New Roman" panose="02020603050405020304" pitchFamily="18" charset="0"/>
              </a:rPr>
              <a:t>“Predictive Analytics and Machine Learning for Managers”</a:t>
            </a:r>
            <a:r>
              <a:rPr kumimoji="0" lang="en-US" altLang="en-US" sz="1400" i="1">
                <a:latin typeface="Times New Roman" panose="02020603050405020304" pitchFamily="18" charset="0"/>
                <a:cs typeface="Times New Roman" panose="02020603050405020304" pitchFamily="18" charset="0"/>
              </a:rPr>
              <a:t> with practical applications in R. His research focuses on coordination and performance in technical projects across global boundaries, mainly distance and time zones. More recently, he has developed social network and graph analytics methods to represent team knowledge quantitatively and visually. He has 70 peer-reviewed articles, many of them published in leading scholarly journals, including Management Science, Organization Science, Information Systems Research, the Journal of Management Information Systems, IEEE Transactions on Software Engineering, IEEE Transactions on Engineering Management, Communications of the ACM, Human Factors, Information, Technology and People, and Software Process: Improvement and Practice. His work has also been featured in leading academic conference proceedings. He teaches predictive analytics with machine learning, social &amp; organizational network analytics, R programming, information technology foundations, business process analysis, and programming for business applications. He has received multiple service, research, and teaching awards, including </a:t>
            </a:r>
            <a:r>
              <a:rPr kumimoji="0" lang="en-US" altLang="en-US" sz="1400" i="1">
                <a:solidFill>
                  <a:srgbClr val="0070C0"/>
                </a:solidFill>
                <a:latin typeface="Times New Roman" panose="02020603050405020304" pitchFamily="18" charset="0"/>
                <a:cs typeface="Times New Roman" panose="02020603050405020304" pitchFamily="18" charset="0"/>
              </a:rPr>
              <a:t>“</a:t>
            </a:r>
            <a:r>
              <a:rPr kumimoji="0" lang="en-US" altLang="en-US" sz="1400" i="1" u="sng">
                <a:solidFill>
                  <a:srgbClr val="0070C0"/>
                </a:solidFill>
                <a:latin typeface="Times New Roman" panose="02020603050405020304" pitchFamily="18" charset="0"/>
                <a:cs typeface="Times New Roman" panose="02020603050405020304" pitchFamily="18" charset="0"/>
              </a:rPr>
              <a:t>American University 2025 Outstanding Teacher</a:t>
            </a:r>
            <a:r>
              <a:rPr kumimoji="0" lang="en-US" altLang="en-US" sz="1400" i="1">
                <a:solidFill>
                  <a:srgbClr val="0070C0"/>
                </a:solidFill>
                <a:latin typeface="Times New Roman" panose="02020603050405020304" pitchFamily="18" charset="0"/>
                <a:cs typeface="Times New Roman" panose="02020603050405020304" pitchFamily="18" charset="0"/>
              </a:rPr>
              <a:t>”</a:t>
            </a:r>
            <a:r>
              <a:rPr kumimoji="0" lang="en-US" altLang="en-US" sz="1400" i="1">
                <a:latin typeface="Times New Roman" panose="02020603050405020304" pitchFamily="18" charset="0"/>
                <a:cs typeface="Times New Roman" panose="02020603050405020304" pitchFamily="18" charset="0"/>
              </a:rPr>
              <a:t>, </a:t>
            </a:r>
            <a:r>
              <a:rPr kumimoji="0" lang="en-US" altLang="en-US" sz="1400" i="1">
                <a:solidFill>
                  <a:srgbClr val="0070C0"/>
                </a:solidFill>
                <a:latin typeface="Times New Roman" panose="02020603050405020304" pitchFamily="18" charset="0"/>
                <a:cs typeface="Times New Roman" panose="02020603050405020304" pitchFamily="18" charset="0"/>
              </a:rPr>
              <a:t>“2022 Kogod Graduate Professor of the Year”</a:t>
            </a:r>
            <a:r>
              <a:rPr kumimoji="0" lang="en-US" altLang="en-US" sz="1400" i="1">
                <a:latin typeface="Times New Roman" panose="02020603050405020304" pitchFamily="18" charset="0"/>
                <a:cs typeface="Times New Roman" panose="02020603050405020304" pitchFamily="18" charset="0"/>
              </a:rPr>
              <a:t>, and </a:t>
            </a:r>
            <a:r>
              <a:rPr kumimoji="0" lang="en-US" altLang="en-US" sz="1400" i="1">
                <a:solidFill>
                  <a:srgbClr val="0070C0"/>
                </a:solidFill>
                <a:latin typeface="Times New Roman" panose="02020603050405020304" pitchFamily="18" charset="0"/>
                <a:cs typeface="Times New Roman" panose="02020603050405020304" pitchFamily="18" charset="0"/>
              </a:rPr>
              <a:t>“American University 2022 Green Teacher”</a:t>
            </a:r>
            <a:r>
              <a:rPr kumimoji="0" lang="en-US" altLang="en-US" sz="1400" i="1">
                <a:latin typeface="Times New Roman" panose="02020603050405020304" pitchFamily="18" charset="0"/>
                <a:cs typeface="Times New Roman" panose="02020603050405020304" pitchFamily="18" charset="0"/>
              </a:rPr>
              <a:t>. He has several years of work experience, first as a mechanical design engineer and later as a senior manager, VP, and CFO with international organizations, directly supporting, supervising, and formulating policy for finance and global IT, data management, and analysis, where he designed and developed many software applications to support geographically distributed work. </a:t>
            </a:r>
          </a:p>
        </p:txBody>
      </p:sp>
      <p:sp>
        <p:nvSpPr>
          <p:cNvPr id="54275" name="Slide Number Placeholder 3">
            <a:extLst>
              <a:ext uri="{FF2B5EF4-FFF2-40B4-BE49-F238E27FC236}">
                <a16:creationId xmlns:a16="http://schemas.microsoft.com/office/drawing/2014/main" id="{8E75D04B-EFAF-5880-2E08-DE8C236B4899}"/>
              </a:ext>
            </a:extLst>
          </p:cNvPr>
          <p:cNvSpPr>
            <a:spLocks noGrp="1"/>
          </p:cNvSpPr>
          <p:nvPr>
            <p:ph type="sldNum" sz="quarter" idx="10"/>
          </p:nvPr>
        </p:nvSpPr>
        <p:spPr>
          <a:xfrm>
            <a:off x="8604250" y="65532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fld id="{F8E50866-6533-421F-95DA-7D132F9DB6A1}" type="slidenum">
              <a:rPr kumimoji="0" lang="en-US" altLang="en-US" sz="1400" smtClean="0">
                <a:latin typeface="Times New Roman" panose="02020603050405020304" pitchFamily="18" charset="0"/>
              </a:rPr>
              <a:pPr>
                <a:spcBef>
                  <a:spcPct val="0"/>
                </a:spcBef>
                <a:buClrTx/>
                <a:buSzTx/>
                <a:buFontTx/>
                <a:buNone/>
              </a:pPr>
              <a:t>2</a:t>
            </a:fld>
            <a:endParaRPr kumimoji="0" lang="en-US" altLang="en-US" sz="1400">
              <a:latin typeface="Times New Roman" panose="02020603050405020304" pitchFamily="18" charset="0"/>
            </a:endParaRPr>
          </a:p>
        </p:txBody>
      </p:sp>
      <p:sp>
        <p:nvSpPr>
          <p:cNvPr id="54276" name="Rectangle 2">
            <a:extLst>
              <a:ext uri="{FF2B5EF4-FFF2-40B4-BE49-F238E27FC236}">
                <a16:creationId xmlns:a16="http://schemas.microsoft.com/office/drawing/2014/main" id="{92820E40-8193-4A57-4387-0C1396291E03}"/>
              </a:ext>
            </a:extLst>
          </p:cNvPr>
          <p:cNvSpPr>
            <a:spLocks noChangeArrowheads="1"/>
          </p:cNvSpPr>
          <p:nvPr/>
        </p:nvSpPr>
        <p:spPr bwMode="auto">
          <a:xfrm>
            <a:off x="38100" y="304800"/>
            <a:ext cx="91440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latin typeface="Comic Sans MS" panose="030F0702030302020204" pitchFamily="66" charset="0"/>
              </a:rPr>
              <a:t>J. Alberto Espinosa, Ph.D.</a:t>
            </a:r>
            <a:br>
              <a:rPr lang="en-US" altLang="en-US" sz="1800" b="1">
                <a:latin typeface="Comic Sans MS" panose="030F0702030302020204" pitchFamily="66" charset="0"/>
              </a:rPr>
            </a:br>
            <a:r>
              <a:rPr lang="en-US" altLang="en-US" sz="1400" b="1">
                <a:latin typeface="Comic Sans MS" panose="030F0702030302020204" pitchFamily="66" charset="0"/>
              </a:rPr>
              <a:t>Professor Emeritus of Information Technology &amp; Analytics</a:t>
            </a:r>
            <a:br>
              <a:rPr lang="en-US" altLang="en-US" sz="1400" b="1">
                <a:latin typeface="Comic Sans MS" panose="030F0702030302020204" pitchFamily="66" charset="0"/>
              </a:rPr>
            </a:br>
            <a:r>
              <a:rPr lang="en-US" altLang="en-US" sz="1400" b="1">
                <a:latin typeface="Comic Sans MS" panose="030F0702030302020204" pitchFamily="66" charset="0"/>
              </a:rPr>
              <a:t>Kogod School of Business, American University, Washington, D.C.</a:t>
            </a:r>
            <a:endParaRPr lang="en-US" altLang="en-US" sz="1000" b="1">
              <a:latin typeface="Comic Sans MS" panose="030F0702030302020204" pitchFamily="66" charset="0"/>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6">
            <a:extLst>
              <a:ext uri="{FF2B5EF4-FFF2-40B4-BE49-F238E27FC236}">
                <a16:creationId xmlns:a16="http://schemas.microsoft.com/office/drawing/2014/main" id="{534C28C5-4703-87E5-2A67-A869EF1F3420}"/>
              </a:ext>
            </a:extLst>
          </p:cNvPr>
          <p:cNvSpPr>
            <a:spLocks noChangeArrowheads="1"/>
          </p:cNvSpPr>
          <p:nvPr/>
        </p:nvSpPr>
        <p:spPr bwMode="auto">
          <a:xfrm>
            <a:off x="533400" y="685800"/>
            <a:ext cx="8001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a:buSzTx/>
              <a:buFontTx/>
              <a:buNone/>
            </a:pPr>
            <a:r>
              <a:rPr lang="en-US" altLang="en-US" sz="3600" b="1">
                <a:solidFill>
                  <a:schemeClr val="accent2"/>
                </a:solidFill>
                <a:latin typeface="Comic Sans MS" panose="030F0702030302020204" pitchFamily="66" charset="0"/>
              </a:rPr>
              <a:t>Hungry anyone?</a:t>
            </a:r>
            <a:br>
              <a:rPr lang="en-US" altLang="en-US" sz="3600" b="1">
                <a:solidFill>
                  <a:schemeClr val="accent2"/>
                </a:solidFill>
                <a:latin typeface="Comic Sans MS" panose="030F0702030302020204" pitchFamily="66" charset="0"/>
              </a:rPr>
            </a:br>
            <a:br>
              <a:rPr lang="en-US" altLang="en-US" sz="3600" b="1">
                <a:solidFill>
                  <a:schemeClr val="accent2"/>
                </a:solidFill>
                <a:latin typeface="Comic Sans MS" panose="030F0702030302020204" pitchFamily="66" charset="0"/>
              </a:rPr>
            </a:br>
            <a:endParaRPr lang="en-US" altLang="en-US" sz="3600" b="1">
              <a:solidFill>
                <a:schemeClr val="accent2"/>
              </a:solidFill>
              <a:latin typeface="Comic Sans MS" panose="030F0702030302020204" pitchFamily="66" charset="0"/>
            </a:endParaRPr>
          </a:p>
          <a:p>
            <a:pPr algn="ctr">
              <a:buSzTx/>
              <a:buFontTx/>
              <a:buNone/>
            </a:pPr>
            <a:endParaRPr lang="en-US" altLang="en-US" sz="3600">
              <a:solidFill>
                <a:schemeClr val="accent2"/>
              </a:solidFill>
              <a:latin typeface="Comic Sans MS" panose="030F0702030302020204" pitchFamily="66" charset="0"/>
            </a:endParaRPr>
          </a:p>
          <a:p>
            <a:pPr algn="ctr">
              <a:buSzTx/>
              <a:buFontTx/>
              <a:buNone/>
            </a:pPr>
            <a:endParaRPr lang="en-US" altLang="en-US" sz="3600">
              <a:solidFill>
                <a:schemeClr val="accent2"/>
              </a:solidFill>
              <a:latin typeface="Comic Sans MS" panose="030F0702030302020204" pitchFamily="66" charset="0"/>
            </a:endParaRPr>
          </a:p>
          <a:p>
            <a:pPr algn="ctr">
              <a:buSzTx/>
              <a:buFontTx/>
              <a:buNone/>
            </a:pPr>
            <a:endParaRPr lang="en-US" altLang="en-US" sz="3600">
              <a:solidFill>
                <a:schemeClr val="accent2"/>
              </a:solidFill>
              <a:latin typeface="Comic Sans MS" panose="030F0702030302020204" pitchFamily="66" charset="0"/>
            </a:endParaRPr>
          </a:p>
          <a:p>
            <a:pPr algn="ctr">
              <a:buSzTx/>
              <a:buFontTx/>
              <a:buNone/>
            </a:pPr>
            <a:endParaRPr lang="en-US" altLang="en-US" sz="2400">
              <a:latin typeface="Comic Sans MS" panose="030F0702030302020204" pitchFamily="66" charset="0"/>
            </a:endParaRPr>
          </a:p>
          <a:p>
            <a:pPr algn="ctr">
              <a:buSzTx/>
              <a:buFontTx/>
              <a:buNone/>
            </a:pPr>
            <a:r>
              <a:rPr lang="en-US" altLang="en-US" sz="2400">
                <a:latin typeface="Comic Sans MS" panose="030F0702030302020204" pitchFamily="66" charset="0"/>
              </a:rPr>
              <a:t>Describe the process to prepare a turkey dinner </a:t>
            </a:r>
            <a:br>
              <a:rPr lang="en-US" altLang="en-US" sz="2400">
                <a:latin typeface="Comic Sans MS" panose="030F0702030302020204" pitchFamily="66" charset="0"/>
              </a:rPr>
            </a:br>
            <a:r>
              <a:rPr lang="en-US" altLang="en-US" sz="2400">
                <a:latin typeface="Comic Sans MS" panose="030F0702030302020204" pitchFamily="66" charset="0"/>
              </a:rPr>
              <a:t>– i.e., all the necessary steps, decisions, </a:t>
            </a:r>
            <a:br>
              <a:rPr lang="en-US" altLang="en-US" sz="2400">
                <a:latin typeface="Comic Sans MS" panose="030F0702030302020204" pitchFamily="66" charset="0"/>
              </a:rPr>
            </a:br>
            <a:r>
              <a:rPr lang="en-US" altLang="en-US" sz="2400">
                <a:latin typeface="Comic Sans MS" panose="030F0702030302020204" pitchFamily="66" charset="0"/>
              </a:rPr>
              <a:t>and the proper sequence (i.e., workflow).</a:t>
            </a:r>
            <a:endParaRPr lang="en-US" altLang="en-US" sz="2400"/>
          </a:p>
          <a:p>
            <a:pPr algn="ctr">
              <a:buSzTx/>
              <a:buFontTx/>
              <a:buNone/>
            </a:pPr>
            <a:endParaRPr lang="en-US" altLang="en-US" sz="1800"/>
          </a:p>
        </p:txBody>
      </p:sp>
      <p:sp>
        <p:nvSpPr>
          <p:cNvPr id="56323" name="Slide Number Placeholder 3">
            <a:extLst>
              <a:ext uri="{FF2B5EF4-FFF2-40B4-BE49-F238E27FC236}">
                <a16:creationId xmlns:a16="http://schemas.microsoft.com/office/drawing/2014/main" id="{FF560098-DDEA-76E7-55A9-5E91861CB174}"/>
              </a:ext>
            </a:extLst>
          </p:cNvPr>
          <p:cNvSpPr txBox="1">
            <a:spLocks/>
          </p:cNvSpPr>
          <p:nvPr/>
        </p:nvSpPr>
        <p:spPr bwMode="auto">
          <a:xfrm>
            <a:off x="8610600" y="64770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r">
              <a:spcBef>
                <a:spcPct val="0"/>
              </a:spcBef>
              <a:buClrTx/>
              <a:buSzTx/>
              <a:buFontTx/>
              <a:buNone/>
            </a:pPr>
            <a:r>
              <a:rPr kumimoji="0" lang="en-US" altLang="en-US" sz="1200">
                <a:solidFill>
                  <a:srgbClr val="0070C0"/>
                </a:solidFill>
                <a:latin typeface="Times New Roman" panose="02020603050405020304" pitchFamily="18" charset="0"/>
              </a:rPr>
              <a:t>p.</a:t>
            </a:r>
            <a:fld id="{55EB8A06-3163-487E-8AFC-DBC119A5A058}" type="slidenum">
              <a:rPr kumimoji="0" lang="en-US" altLang="en-US" sz="1200">
                <a:solidFill>
                  <a:srgbClr val="0070C0"/>
                </a:solidFill>
                <a:latin typeface="Times New Roman" panose="02020603050405020304" pitchFamily="18" charset="0"/>
              </a:rPr>
              <a:pPr algn="r">
                <a:spcBef>
                  <a:spcPct val="0"/>
                </a:spcBef>
                <a:buClrTx/>
                <a:buSzTx/>
                <a:buFontTx/>
                <a:buNone/>
              </a:pPr>
              <a:t>3</a:t>
            </a:fld>
            <a:endParaRPr kumimoji="0" lang="en-US" altLang="en-US" sz="1200">
              <a:solidFill>
                <a:srgbClr val="0070C0"/>
              </a:solidFill>
              <a:latin typeface="Times New Roman" panose="02020603050405020304" pitchFamily="18" charset="0"/>
            </a:endParaRPr>
          </a:p>
        </p:txBody>
      </p:sp>
      <p:pic>
        <p:nvPicPr>
          <p:cNvPr id="56324" name="Snagit_PPT1FE6">
            <a:extLst>
              <a:ext uri="{FF2B5EF4-FFF2-40B4-BE49-F238E27FC236}">
                <a16:creationId xmlns:a16="http://schemas.microsoft.com/office/drawing/2014/main" id="{825B2BC9-9173-EB34-A8F4-C8956A954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50" y="1828800"/>
            <a:ext cx="43815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Snagit_PPT8A0E">
            <a:extLst>
              <a:ext uri="{FF2B5EF4-FFF2-40B4-BE49-F238E27FC236}">
                <a16:creationId xmlns:a16="http://schemas.microsoft.com/office/drawing/2014/main" id="{4E6C35A7-898E-AA80-7C02-104DC4D32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88" y="758825"/>
            <a:ext cx="8683625" cy="579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Rectangle 6">
            <a:extLst>
              <a:ext uri="{FF2B5EF4-FFF2-40B4-BE49-F238E27FC236}">
                <a16:creationId xmlns:a16="http://schemas.microsoft.com/office/drawing/2014/main" id="{C3734652-37ED-65DC-9DA4-2DB58EEB9E48}"/>
              </a:ext>
            </a:extLst>
          </p:cNvPr>
          <p:cNvSpPr>
            <a:spLocks noChangeArrowheads="1"/>
          </p:cNvSpPr>
          <p:nvPr/>
        </p:nvSpPr>
        <p:spPr bwMode="auto">
          <a:xfrm>
            <a:off x="2509838" y="60325"/>
            <a:ext cx="40465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a:buSzTx/>
              <a:buFontTx/>
              <a:buNone/>
            </a:pPr>
            <a:r>
              <a:rPr lang="en-US" altLang="en-US" sz="3600" b="1">
                <a:solidFill>
                  <a:schemeClr val="accent2"/>
                </a:solidFill>
                <a:latin typeface="Comic Sans MS" panose="030F0702030302020204" pitchFamily="66" charset="0"/>
              </a:rPr>
              <a:t>ChatGPT Solution</a:t>
            </a:r>
            <a:endParaRPr lang="en-US" altLang="en-US" sz="1800"/>
          </a:p>
        </p:txBody>
      </p:sp>
      <p:sp>
        <p:nvSpPr>
          <p:cNvPr id="58372" name="Slide Number Placeholder 3">
            <a:extLst>
              <a:ext uri="{FF2B5EF4-FFF2-40B4-BE49-F238E27FC236}">
                <a16:creationId xmlns:a16="http://schemas.microsoft.com/office/drawing/2014/main" id="{8872C8D5-10E4-61FF-B74E-F24D2FFB6745}"/>
              </a:ext>
            </a:extLst>
          </p:cNvPr>
          <p:cNvSpPr txBox="1">
            <a:spLocks/>
          </p:cNvSpPr>
          <p:nvPr/>
        </p:nvSpPr>
        <p:spPr bwMode="auto">
          <a:xfrm>
            <a:off x="8610600" y="64770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r">
              <a:spcBef>
                <a:spcPct val="0"/>
              </a:spcBef>
              <a:buClrTx/>
              <a:buSzTx/>
              <a:buFontTx/>
              <a:buNone/>
            </a:pPr>
            <a:r>
              <a:rPr kumimoji="0" lang="en-US" altLang="en-US" sz="1200">
                <a:solidFill>
                  <a:srgbClr val="0070C0"/>
                </a:solidFill>
                <a:latin typeface="Times New Roman" panose="02020603050405020304" pitchFamily="18" charset="0"/>
              </a:rPr>
              <a:t>p.</a:t>
            </a:r>
            <a:fld id="{1A09466E-9AEA-49FF-89E6-BA0A05DDE4C9}" type="slidenum">
              <a:rPr kumimoji="0" lang="en-US" altLang="en-US" sz="1200">
                <a:solidFill>
                  <a:srgbClr val="0070C0"/>
                </a:solidFill>
                <a:latin typeface="Times New Roman" panose="02020603050405020304" pitchFamily="18" charset="0"/>
              </a:rPr>
              <a:pPr algn="r">
                <a:spcBef>
                  <a:spcPct val="0"/>
                </a:spcBef>
                <a:buClrTx/>
                <a:buSzTx/>
                <a:buFontTx/>
                <a:buNone/>
              </a:pPr>
              <a:t>4</a:t>
            </a:fld>
            <a:endParaRPr kumimoji="0" lang="en-US" altLang="en-US" sz="1200">
              <a:solidFill>
                <a:srgbClr val="0070C0"/>
              </a:solidFill>
              <a:latin typeface="Times New Roman" panose="02020603050405020304" pitchFamily="18" charset="0"/>
            </a:endParaRPr>
          </a:p>
        </p:txBody>
      </p:sp>
      <p:sp>
        <p:nvSpPr>
          <p:cNvPr id="58373" name="TextBox 3">
            <a:extLst>
              <a:ext uri="{FF2B5EF4-FFF2-40B4-BE49-F238E27FC236}">
                <a16:creationId xmlns:a16="http://schemas.microsoft.com/office/drawing/2014/main" id="{8FCD67D4-2E3A-D3AB-ADB1-7568BD5ED3FB}"/>
              </a:ext>
            </a:extLst>
          </p:cNvPr>
          <p:cNvSpPr txBox="1">
            <a:spLocks noChangeArrowheads="1"/>
          </p:cNvSpPr>
          <p:nvPr/>
        </p:nvSpPr>
        <p:spPr bwMode="auto">
          <a:xfrm>
            <a:off x="4114800" y="4321175"/>
            <a:ext cx="403860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1700" b="1">
                <a:solidFill>
                  <a:srgbClr val="0070C0"/>
                </a:solidFill>
                <a:latin typeface="Times New Roman" panose="02020603050405020304" pitchFamily="18" charset="0"/>
                <a:cs typeface="Times New Roman" panose="02020603050405020304" pitchFamily="18" charset="0"/>
              </a:rPr>
              <a:t>Prompt: </a:t>
            </a:r>
            <a:r>
              <a:rPr kumimoji="0" lang="en-US" altLang="en-US" sz="1700" i="1">
                <a:solidFill>
                  <a:srgbClr val="0070C0"/>
                </a:solidFill>
                <a:latin typeface="Times New Roman" panose="02020603050405020304" pitchFamily="18" charset="0"/>
                <a:cs typeface="Times New Roman" panose="02020603050405020304" pitchFamily="18" charset="0"/>
              </a:rPr>
              <a:t> </a:t>
            </a:r>
            <a:r>
              <a:rPr kumimoji="0" lang="en-US" altLang="en-US" sz="1700" i="1">
                <a:latin typeface="Times New Roman" panose="02020603050405020304" pitchFamily="18" charset="0"/>
                <a:cs typeface="Times New Roman" panose="02020603050405020304" pitchFamily="18" charset="0"/>
              </a:rPr>
              <a:t>Please draw a business process model in a cross-functional flowchart that contains the steps and decisions to cook a turkey dinner, including a few side dishes. The diagram needs to be properly constructed, with all steps, decisions, start and end symbols, swimlanes, and phases.</a:t>
            </a:r>
          </a:p>
        </p:txBody>
      </p:sp>
      <p:sp>
        <p:nvSpPr>
          <p:cNvPr id="2" name="TextBox 1">
            <a:extLst>
              <a:ext uri="{FF2B5EF4-FFF2-40B4-BE49-F238E27FC236}">
                <a16:creationId xmlns:a16="http://schemas.microsoft.com/office/drawing/2014/main" id="{7DFE5129-F4C3-0056-092D-D440A4A26282}"/>
              </a:ext>
            </a:extLst>
          </p:cNvPr>
          <p:cNvSpPr txBox="1"/>
          <p:nvPr/>
        </p:nvSpPr>
        <p:spPr>
          <a:xfrm>
            <a:off x="381000" y="223838"/>
            <a:ext cx="990600" cy="369887"/>
          </a:xfrm>
          <a:prstGeom prst="rect">
            <a:avLst/>
          </a:prstGeom>
          <a:noFill/>
        </p:spPr>
        <p:txBody>
          <a:bodyPr>
            <a:spAutoFit/>
          </a:bodyPr>
          <a:lstStyle/>
          <a:p>
            <a:pPr algn="r">
              <a:defRPr/>
            </a:pPr>
            <a:r>
              <a:rPr lang="en-US" sz="1800" dirty="0">
                <a:solidFill>
                  <a:srgbClr val="FF0000"/>
                </a:solidFill>
                <a:latin typeface="+mn-lt"/>
              </a:rPr>
              <a:t>Phases</a:t>
            </a:r>
          </a:p>
        </p:txBody>
      </p:sp>
      <p:sp>
        <p:nvSpPr>
          <p:cNvPr id="3" name="Freeform: Shape 2">
            <a:extLst>
              <a:ext uri="{FF2B5EF4-FFF2-40B4-BE49-F238E27FC236}">
                <a16:creationId xmlns:a16="http://schemas.microsoft.com/office/drawing/2014/main" id="{D7EA1C6C-425C-3DCF-14A9-04FD1D3217AC}"/>
              </a:ext>
            </a:extLst>
          </p:cNvPr>
          <p:cNvSpPr>
            <a:spLocks/>
          </p:cNvSpPr>
          <p:nvPr/>
        </p:nvSpPr>
        <p:spPr bwMode="auto">
          <a:xfrm>
            <a:off x="1377950" y="347663"/>
            <a:ext cx="298450" cy="871537"/>
          </a:xfrm>
          <a:custGeom>
            <a:avLst/>
            <a:gdLst>
              <a:gd name="T0" fmla="*/ 0 w 296984"/>
              <a:gd name="T1" fmla="*/ 124538 h 644747"/>
              <a:gd name="T2" fmla="*/ 206562 w 296984"/>
              <a:gd name="T3" fmla="*/ 143832 h 644747"/>
              <a:gd name="T4" fmla="*/ 301897 w 296984"/>
              <a:gd name="T5" fmla="*/ 1571526 h 644747"/>
              <a:gd name="T6" fmla="*/ 0 60000 65536"/>
              <a:gd name="T7" fmla="*/ 0 60000 65536"/>
              <a:gd name="T8" fmla="*/ 0 60000 65536"/>
            </a:gdLst>
            <a:ahLst/>
            <a:cxnLst>
              <a:cxn ang="T6">
                <a:pos x="T0" y="T1"/>
              </a:cxn>
              <a:cxn ang="T7">
                <a:pos x="T2" y="T3"/>
              </a:cxn>
              <a:cxn ang="T8">
                <a:pos x="T4" y="T5"/>
              </a:cxn>
            </a:cxnLst>
            <a:rect l="0" t="0" r="r" b="b"/>
            <a:pathLst>
              <a:path w="296984" h="644747">
                <a:moveTo>
                  <a:pt x="0" y="50449"/>
                </a:moveTo>
                <a:cubicBezTo>
                  <a:pt x="76851" y="5510"/>
                  <a:pt x="153703" y="-39428"/>
                  <a:pt x="203200" y="58264"/>
                </a:cubicBezTo>
                <a:cubicBezTo>
                  <a:pt x="252697" y="155956"/>
                  <a:pt x="276143" y="718664"/>
                  <a:pt x="296984" y="636602"/>
                </a:cubicBezTo>
              </a:path>
            </a:pathLst>
          </a:custGeom>
          <a:noFill/>
          <a:ln w="12700" cap="sq" cmpd="sng" algn="ctr">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TextBox 4">
            <a:extLst>
              <a:ext uri="{FF2B5EF4-FFF2-40B4-BE49-F238E27FC236}">
                <a16:creationId xmlns:a16="http://schemas.microsoft.com/office/drawing/2014/main" id="{9066181F-656F-B5B4-A9F9-C435EC51B4D4}"/>
              </a:ext>
            </a:extLst>
          </p:cNvPr>
          <p:cNvSpPr txBox="1"/>
          <p:nvPr/>
        </p:nvSpPr>
        <p:spPr>
          <a:xfrm>
            <a:off x="838200" y="3200400"/>
            <a:ext cx="1368425" cy="369888"/>
          </a:xfrm>
          <a:prstGeom prst="rect">
            <a:avLst/>
          </a:prstGeom>
          <a:noFill/>
        </p:spPr>
        <p:txBody>
          <a:bodyPr>
            <a:spAutoFit/>
          </a:bodyPr>
          <a:lstStyle/>
          <a:p>
            <a:pPr algn="r">
              <a:defRPr/>
            </a:pPr>
            <a:r>
              <a:rPr lang="en-US" sz="1800" dirty="0" err="1">
                <a:solidFill>
                  <a:srgbClr val="FF0000"/>
                </a:solidFill>
                <a:latin typeface="+mn-lt"/>
              </a:rPr>
              <a:t>Swimlanes</a:t>
            </a:r>
            <a:endParaRPr lang="en-US" sz="1800" dirty="0">
              <a:solidFill>
                <a:srgbClr val="FF0000"/>
              </a:solidFill>
              <a:latin typeface="+mn-lt"/>
            </a:endParaRPr>
          </a:p>
        </p:txBody>
      </p:sp>
      <p:sp>
        <p:nvSpPr>
          <p:cNvPr id="7" name="Freeform: Shape 6">
            <a:extLst>
              <a:ext uri="{FF2B5EF4-FFF2-40B4-BE49-F238E27FC236}">
                <a16:creationId xmlns:a16="http://schemas.microsoft.com/office/drawing/2014/main" id="{392210A4-C353-1862-1B4B-BC5367D04923}"/>
              </a:ext>
            </a:extLst>
          </p:cNvPr>
          <p:cNvSpPr>
            <a:spLocks/>
          </p:cNvSpPr>
          <p:nvPr/>
        </p:nvSpPr>
        <p:spPr bwMode="auto">
          <a:xfrm flipH="1">
            <a:off x="533400" y="3325813"/>
            <a:ext cx="419100" cy="206375"/>
          </a:xfrm>
          <a:custGeom>
            <a:avLst/>
            <a:gdLst>
              <a:gd name="T0" fmla="*/ 0 w 296984"/>
              <a:gd name="T1" fmla="*/ 1643 h 644747"/>
              <a:gd name="T2" fmla="*/ 571054 w 296984"/>
              <a:gd name="T3" fmla="*/ 1897 h 644747"/>
              <a:gd name="T4" fmla="*/ 834617 w 296984"/>
              <a:gd name="T5" fmla="*/ 20730 h 644747"/>
              <a:gd name="T6" fmla="*/ 0 60000 65536"/>
              <a:gd name="T7" fmla="*/ 0 60000 65536"/>
              <a:gd name="T8" fmla="*/ 0 60000 65536"/>
            </a:gdLst>
            <a:ahLst/>
            <a:cxnLst>
              <a:cxn ang="T6">
                <a:pos x="T0" y="T1"/>
              </a:cxn>
              <a:cxn ang="T7">
                <a:pos x="T2" y="T3"/>
              </a:cxn>
              <a:cxn ang="T8">
                <a:pos x="T4" y="T5"/>
              </a:cxn>
            </a:cxnLst>
            <a:rect l="0" t="0" r="r" b="b"/>
            <a:pathLst>
              <a:path w="296984" h="644747">
                <a:moveTo>
                  <a:pt x="0" y="50449"/>
                </a:moveTo>
                <a:cubicBezTo>
                  <a:pt x="76851" y="5510"/>
                  <a:pt x="153703" y="-39428"/>
                  <a:pt x="203200" y="58264"/>
                </a:cubicBezTo>
                <a:cubicBezTo>
                  <a:pt x="252697" y="155956"/>
                  <a:pt x="276143" y="718664"/>
                  <a:pt x="296984" y="636602"/>
                </a:cubicBezTo>
              </a:path>
            </a:pathLst>
          </a:custGeom>
          <a:noFill/>
          <a:ln w="12700" cap="sq" cmpd="sng" algn="ctr">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TextBox 8">
            <a:extLst>
              <a:ext uri="{FF2B5EF4-FFF2-40B4-BE49-F238E27FC236}">
                <a16:creationId xmlns:a16="http://schemas.microsoft.com/office/drawing/2014/main" id="{86D2C625-CC43-8838-FAC0-2957515A942F}"/>
              </a:ext>
            </a:extLst>
          </p:cNvPr>
          <p:cNvSpPr txBox="1"/>
          <p:nvPr/>
        </p:nvSpPr>
        <p:spPr>
          <a:xfrm>
            <a:off x="1506538" y="2065338"/>
            <a:ext cx="1068387" cy="646112"/>
          </a:xfrm>
          <a:prstGeom prst="rect">
            <a:avLst/>
          </a:prstGeom>
          <a:noFill/>
        </p:spPr>
        <p:txBody>
          <a:bodyPr>
            <a:spAutoFit/>
          </a:bodyPr>
          <a:lstStyle/>
          <a:p>
            <a:pPr algn="ctr">
              <a:defRPr/>
            </a:pPr>
            <a:r>
              <a:rPr lang="en-US" sz="1800" dirty="0">
                <a:solidFill>
                  <a:srgbClr val="FF0000"/>
                </a:solidFill>
                <a:latin typeface="+mn-lt"/>
              </a:rPr>
              <a:t>Process</a:t>
            </a:r>
            <a:br>
              <a:rPr lang="en-US" sz="1800" dirty="0">
                <a:solidFill>
                  <a:srgbClr val="FF0000"/>
                </a:solidFill>
                <a:latin typeface="+mn-lt"/>
              </a:rPr>
            </a:br>
            <a:r>
              <a:rPr lang="en-US" sz="1800" dirty="0">
                <a:solidFill>
                  <a:srgbClr val="FF0000"/>
                </a:solidFill>
                <a:latin typeface="+mn-lt"/>
              </a:rPr>
              <a:t>Step</a:t>
            </a:r>
          </a:p>
        </p:txBody>
      </p:sp>
      <p:sp>
        <p:nvSpPr>
          <p:cNvPr id="11" name="TextBox 10">
            <a:extLst>
              <a:ext uri="{FF2B5EF4-FFF2-40B4-BE49-F238E27FC236}">
                <a16:creationId xmlns:a16="http://schemas.microsoft.com/office/drawing/2014/main" id="{CC7D06CC-293A-DBB9-B6FB-9F6271AE3426}"/>
              </a:ext>
            </a:extLst>
          </p:cNvPr>
          <p:cNvSpPr txBox="1"/>
          <p:nvPr/>
        </p:nvSpPr>
        <p:spPr>
          <a:xfrm>
            <a:off x="4191000" y="2017713"/>
            <a:ext cx="1074738" cy="369887"/>
          </a:xfrm>
          <a:prstGeom prst="rect">
            <a:avLst/>
          </a:prstGeom>
          <a:noFill/>
        </p:spPr>
        <p:txBody>
          <a:bodyPr>
            <a:spAutoFit/>
          </a:bodyPr>
          <a:lstStyle/>
          <a:p>
            <a:pPr algn="r">
              <a:defRPr/>
            </a:pPr>
            <a:r>
              <a:rPr lang="en-US" sz="1800" dirty="0">
                <a:solidFill>
                  <a:srgbClr val="FF0000"/>
                </a:solidFill>
                <a:latin typeface="+mn-lt"/>
              </a:rPr>
              <a:t>Decision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80">
                                          <p:stCondLst>
                                            <p:cond delay="0"/>
                                          </p:stCondLst>
                                        </p:cTn>
                                        <p:tgtEl>
                                          <p:spTgt spid="3"/>
                                        </p:tgtEl>
                                      </p:cBhvr>
                                    </p:animEffect>
                                    <p:anim calcmode="lin" valueType="num">
                                      <p:cBhvr>
                                        <p:cTn id="2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gtEl>
                                      </p:cBhvr>
                                      <p:to x="100000" y="60000"/>
                                    </p:animScale>
                                    <p:animScale>
                                      <p:cBhvr>
                                        <p:cTn id="30" dur="166" decel="50000">
                                          <p:stCondLst>
                                            <p:cond delay="676"/>
                                          </p:stCondLst>
                                        </p:cTn>
                                        <p:tgtEl>
                                          <p:spTgt spid="3"/>
                                        </p:tgtEl>
                                      </p:cBhvr>
                                      <p:to x="100000" y="100000"/>
                                    </p:animScale>
                                    <p:animScale>
                                      <p:cBhvr>
                                        <p:cTn id="31" dur="26">
                                          <p:stCondLst>
                                            <p:cond delay="1312"/>
                                          </p:stCondLst>
                                        </p:cTn>
                                        <p:tgtEl>
                                          <p:spTgt spid="3"/>
                                        </p:tgtEl>
                                      </p:cBhvr>
                                      <p:to x="100000" y="80000"/>
                                    </p:animScale>
                                    <p:animScale>
                                      <p:cBhvr>
                                        <p:cTn id="32" dur="166" decel="50000">
                                          <p:stCondLst>
                                            <p:cond delay="1338"/>
                                          </p:stCondLst>
                                        </p:cTn>
                                        <p:tgtEl>
                                          <p:spTgt spid="3"/>
                                        </p:tgtEl>
                                      </p:cBhvr>
                                      <p:to x="100000" y="100000"/>
                                    </p:animScale>
                                    <p:animScale>
                                      <p:cBhvr>
                                        <p:cTn id="33" dur="26">
                                          <p:stCondLst>
                                            <p:cond delay="1642"/>
                                          </p:stCondLst>
                                        </p:cTn>
                                        <p:tgtEl>
                                          <p:spTgt spid="3"/>
                                        </p:tgtEl>
                                      </p:cBhvr>
                                      <p:to x="100000" y="90000"/>
                                    </p:animScale>
                                    <p:animScale>
                                      <p:cBhvr>
                                        <p:cTn id="34" dur="166" decel="50000">
                                          <p:stCondLst>
                                            <p:cond delay="1668"/>
                                          </p:stCondLst>
                                        </p:cTn>
                                        <p:tgtEl>
                                          <p:spTgt spid="3"/>
                                        </p:tgtEl>
                                      </p:cBhvr>
                                      <p:to x="100000" y="100000"/>
                                    </p:animScale>
                                    <p:animScale>
                                      <p:cBhvr>
                                        <p:cTn id="35" dur="26">
                                          <p:stCondLst>
                                            <p:cond delay="1808"/>
                                          </p:stCondLst>
                                        </p:cTn>
                                        <p:tgtEl>
                                          <p:spTgt spid="3"/>
                                        </p:tgtEl>
                                      </p:cBhvr>
                                      <p:to x="100000" y="95000"/>
                                    </p:animScale>
                                    <p:animScale>
                                      <p:cBhvr>
                                        <p:cTn id="36" dur="166" decel="50000">
                                          <p:stCondLst>
                                            <p:cond delay="1834"/>
                                          </p:stCondLst>
                                        </p:cTn>
                                        <p:tgtEl>
                                          <p:spTgt spid="3"/>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down)">
                                      <p:cBhvr>
                                        <p:cTn id="39" dur="580">
                                          <p:stCondLst>
                                            <p:cond delay="0"/>
                                          </p:stCondLst>
                                        </p:cTn>
                                        <p:tgtEl>
                                          <p:spTgt spid="7"/>
                                        </p:tgtEl>
                                      </p:cBhvr>
                                    </p:animEffect>
                                    <p:anim calcmode="lin" valueType="num">
                                      <p:cBhvr>
                                        <p:cTn id="4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5" dur="26">
                                          <p:stCondLst>
                                            <p:cond delay="650"/>
                                          </p:stCondLst>
                                        </p:cTn>
                                        <p:tgtEl>
                                          <p:spTgt spid="7"/>
                                        </p:tgtEl>
                                      </p:cBhvr>
                                      <p:to x="100000" y="60000"/>
                                    </p:animScale>
                                    <p:animScale>
                                      <p:cBhvr>
                                        <p:cTn id="46" dur="166" decel="50000">
                                          <p:stCondLst>
                                            <p:cond delay="676"/>
                                          </p:stCondLst>
                                        </p:cTn>
                                        <p:tgtEl>
                                          <p:spTgt spid="7"/>
                                        </p:tgtEl>
                                      </p:cBhvr>
                                      <p:to x="100000" y="100000"/>
                                    </p:animScale>
                                    <p:animScale>
                                      <p:cBhvr>
                                        <p:cTn id="47" dur="26">
                                          <p:stCondLst>
                                            <p:cond delay="1312"/>
                                          </p:stCondLst>
                                        </p:cTn>
                                        <p:tgtEl>
                                          <p:spTgt spid="7"/>
                                        </p:tgtEl>
                                      </p:cBhvr>
                                      <p:to x="100000" y="80000"/>
                                    </p:animScale>
                                    <p:animScale>
                                      <p:cBhvr>
                                        <p:cTn id="48" dur="166" decel="50000">
                                          <p:stCondLst>
                                            <p:cond delay="1338"/>
                                          </p:stCondLst>
                                        </p:cTn>
                                        <p:tgtEl>
                                          <p:spTgt spid="7"/>
                                        </p:tgtEl>
                                      </p:cBhvr>
                                      <p:to x="100000" y="100000"/>
                                    </p:animScale>
                                    <p:animScale>
                                      <p:cBhvr>
                                        <p:cTn id="49" dur="26">
                                          <p:stCondLst>
                                            <p:cond delay="1642"/>
                                          </p:stCondLst>
                                        </p:cTn>
                                        <p:tgtEl>
                                          <p:spTgt spid="7"/>
                                        </p:tgtEl>
                                      </p:cBhvr>
                                      <p:to x="100000" y="90000"/>
                                    </p:animScale>
                                    <p:animScale>
                                      <p:cBhvr>
                                        <p:cTn id="50" dur="166" decel="50000">
                                          <p:stCondLst>
                                            <p:cond delay="1668"/>
                                          </p:stCondLst>
                                        </p:cTn>
                                        <p:tgtEl>
                                          <p:spTgt spid="7"/>
                                        </p:tgtEl>
                                      </p:cBhvr>
                                      <p:to x="100000" y="100000"/>
                                    </p:animScale>
                                    <p:animScale>
                                      <p:cBhvr>
                                        <p:cTn id="51" dur="26">
                                          <p:stCondLst>
                                            <p:cond delay="1808"/>
                                          </p:stCondLst>
                                        </p:cTn>
                                        <p:tgtEl>
                                          <p:spTgt spid="7"/>
                                        </p:tgtEl>
                                      </p:cBhvr>
                                      <p:to x="100000" y="95000"/>
                                    </p:animScale>
                                    <p:animScale>
                                      <p:cBhvr>
                                        <p:cTn id="52" dur="166" decel="50000">
                                          <p:stCondLst>
                                            <p:cond delay="1834"/>
                                          </p:stCondLst>
                                        </p:cTn>
                                        <p:tgtEl>
                                          <p:spTgt spid="7"/>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80">
                                          <p:stCondLst>
                                            <p:cond delay="0"/>
                                          </p:stCondLst>
                                        </p:cTn>
                                        <p:tgtEl>
                                          <p:spTgt spid="5"/>
                                        </p:tgtEl>
                                      </p:cBhvr>
                                    </p:animEffect>
                                    <p:anim calcmode="lin" valueType="num">
                                      <p:cBhvr>
                                        <p:cTn id="5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61" dur="26">
                                          <p:stCondLst>
                                            <p:cond delay="650"/>
                                          </p:stCondLst>
                                        </p:cTn>
                                        <p:tgtEl>
                                          <p:spTgt spid="5"/>
                                        </p:tgtEl>
                                      </p:cBhvr>
                                      <p:to x="100000" y="60000"/>
                                    </p:animScale>
                                    <p:animScale>
                                      <p:cBhvr>
                                        <p:cTn id="62" dur="166" decel="50000">
                                          <p:stCondLst>
                                            <p:cond delay="676"/>
                                          </p:stCondLst>
                                        </p:cTn>
                                        <p:tgtEl>
                                          <p:spTgt spid="5"/>
                                        </p:tgtEl>
                                      </p:cBhvr>
                                      <p:to x="100000" y="100000"/>
                                    </p:animScale>
                                    <p:animScale>
                                      <p:cBhvr>
                                        <p:cTn id="63" dur="26">
                                          <p:stCondLst>
                                            <p:cond delay="1312"/>
                                          </p:stCondLst>
                                        </p:cTn>
                                        <p:tgtEl>
                                          <p:spTgt spid="5"/>
                                        </p:tgtEl>
                                      </p:cBhvr>
                                      <p:to x="100000" y="80000"/>
                                    </p:animScale>
                                    <p:animScale>
                                      <p:cBhvr>
                                        <p:cTn id="64" dur="166" decel="50000">
                                          <p:stCondLst>
                                            <p:cond delay="1338"/>
                                          </p:stCondLst>
                                        </p:cTn>
                                        <p:tgtEl>
                                          <p:spTgt spid="5"/>
                                        </p:tgtEl>
                                      </p:cBhvr>
                                      <p:to x="100000" y="100000"/>
                                    </p:animScale>
                                    <p:animScale>
                                      <p:cBhvr>
                                        <p:cTn id="65" dur="26">
                                          <p:stCondLst>
                                            <p:cond delay="1642"/>
                                          </p:stCondLst>
                                        </p:cTn>
                                        <p:tgtEl>
                                          <p:spTgt spid="5"/>
                                        </p:tgtEl>
                                      </p:cBhvr>
                                      <p:to x="100000" y="90000"/>
                                    </p:animScale>
                                    <p:animScale>
                                      <p:cBhvr>
                                        <p:cTn id="66" dur="166" decel="50000">
                                          <p:stCondLst>
                                            <p:cond delay="1668"/>
                                          </p:stCondLst>
                                        </p:cTn>
                                        <p:tgtEl>
                                          <p:spTgt spid="5"/>
                                        </p:tgtEl>
                                      </p:cBhvr>
                                      <p:to x="100000" y="100000"/>
                                    </p:animScale>
                                    <p:animScale>
                                      <p:cBhvr>
                                        <p:cTn id="67" dur="26">
                                          <p:stCondLst>
                                            <p:cond delay="1808"/>
                                          </p:stCondLst>
                                        </p:cTn>
                                        <p:tgtEl>
                                          <p:spTgt spid="5"/>
                                        </p:tgtEl>
                                      </p:cBhvr>
                                      <p:to x="100000" y="95000"/>
                                    </p:animScale>
                                    <p:animScale>
                                      <p:cBhvr>
                                        <p:cTn id="68" dur="166" decel="50000">
                                          <p:stCondLst>
                                            <p:cond delay="1834"/>
                                          </p:stCondLst>
                                        </p:cTn>
                                        <p:tgtEl>
                                          <p:spTgt spid="5"/>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wipe(down)">
                                      <p:cBhvr>
                                        <p:cTn id="71" dur="580">
                                          <p:stCondLst>
                                            <p:cond delay="0"/>
                                          </p:stCondLst>
                                        </p:cTn>
                                        <p:tgtEl>
                                          <p:spTgt spid="9"/>
                                        </p:tgtEl>
                                      </p:cBhvr>
                                    </p:animEffect>
                                    <p:anim calcmode="lin" valueType="num">
                                      <p:cBhvr>
                                        <p:cTn id="7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77" dur="26">
                                          <p:stCondLst>
                                            <p:cond delay="650"/>
                                          </p:stCondLst>
                                        </p:cTn>
                                        <p:tgtEl>
                                          <p:spTgt spid="9"/>
                                        </p:tgtEl>
                                      </p:cBhvr>
                                      <p:to x="100000" y="60000"/>
                                    </p:animScale>
                                    <p:animScale>
                                      <p:cBhvr>
                                        <p:cTn id="78" dur="166" decel="50000">
                                          <p:stCondLst>
                                            <p:cond delay="676"/>
                                          </p:stCondLst>
                                        </p:cTn>
                                        <p:tgtEl>
                                          <p:spTgt spid="9"/>
                                        </p:tgtEl>
                                      </p:cBhvr>
                                      <p:to x="100000" y="100000"/>
                                    </p:animScale>
                                    <p:animScale>
                                      <p:cBhvr>
                                        <p:cTn id="79" dur="26">
                                          <p:stCondLst>
                                            <p:cond delay="1312"/>
                                          </p:stCondLst>
                                        </p:cTn>
                                        <p:tgtEl>
                                          <p:spTgt spid="9"/>
                                        </p:tgtEl>
                                      </p:cBhvr>
                                      <p:to x="100000" y="80000"/>
                                    </p:animScale>
                                    <p:animScale>
                                      <p:cBhvr>
                                        <p:cTn id="80" dur="166" decel="50000">
                                          <p:stCondLst>
                                            <p:cond delay="1338"/>
                                          </p:stCondLst>
                                        </p:cTn>
                                        <p:tgtEl>
                                          <p:spTgt spid="9"/>
                                        </p:tgtEl>
                                      </p:cBhvr>
                                      <p:to x="100000" y="100000"/>
                                    </p:animScale>
                                    <p:animScale>
                                      <p:cBhvr>
                                        <p:cTn id="81" dur="26">
                                          <p:stCondLst>
                                            <p:cond delay="1642"/>
                                          </p:stCondLst>
                                        </p:cTn>
                                        <p:tgtEl>
                                          <p:spTgt spid="9"/>
                                        </p:tgtEl>
                                      </p:cBhvr>
                                      <p:to x="100000" y="90000"/>
                                    </p:animScale>
                                    <p:animScale>
                                      <p:cBhvr>
                                        <p:cTn id="82" dur="166" decel="50000">
                                          <p:stCondLst>
                                            <p:cond delay="1668"/>
                                          </p:stCondLst>
                                        </p:cTn>
                                        <p:tgtEl>
                                          <p:spTgt spid="9"/>
                                        </p:tgtEl>
                                      </p:cBhvr>
                                      <p:to x="100000" y="100000"/>
                                    </p:animScale>
                                    <p:animScale>
                                      <p:cBhvr>
                                        <p:cTn id="83" dur="26">
                                          <p:stCondLst>
                                            <p:cond delay="1808"/>
                                          </p:stCondLst>
                                        </p:cTn>
                                        <p:tgtEl>
                                          <p:spTgt spid="9"/>
                                        </p:tgtEl>
                                      </p:cBhvr>
                                      <p:to x="100000" y="95000"/>
                                    </p:animScale>
                                    <p:animScale>
                                      <p:cBhvr>
                                        <p:cTn id="84" dur="166" decel="50000">
                                          <p:stCondLst>
                                            <p:cond delay="1834"/>
                                          </p:stCondLst>
                                        </p:cTn>
                                        <p:tgtEl>
                                          <p:spTgt spid="9"/>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wipe(down)">
                                      <p:cBhvr>
                                        <p:cTn id="87" dur="580">
                                          <p:stCondLst>
                                            <p:cond delay="0"/>
                                          </p:stCondLst>
                                        </p:cTn>
                                        <p:tgtEl>
                                          <p:spTgt spid="11"/>
                                        </p:tgtEl>
                                      </p:cBhvr>
                                    </p:animEffect>
                                    <p:anim calcmode="lin" valueType="num">
                                      <p:cBhvr>
                                        <p:cTn id="8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3" dur="26">
                                          <p:stCondLst>
                                            <p:cond delay="650"/>
                                          </p:stCondLst>
                                        </p:cTn>
                                        <p:tgtEl>
                                          <p:spTgt spid="11"/>
                                        </p:tgtEl>
                                      </p:cBhvr>
                                      <p:to x="100000" y="60000"/>
                                    </p:animScale>
                                    <p:animScale>
                                      <p:cBhvr>
                                        <p:cTn id="94" dur="166" decel="50000">
                                          <p:stCondLst>
                                            <p:cond delay="676"/>
                                          </p:stCondLst>
                                        </p:cTn>
                                        <p:tgtEl>
                                          <p:spTgt spid="11"/>
                                        </p:tgtEl>
                                      </p:cBhvr>
                                      <p:to x="100000" y="100000"/>
                                    </p:animScale>
                                    <p:animScale>
                                      <p:cBhvr>
                                        <p:cTn id="95" dur="26">
                                          <p:stCondLst>
                                            <p:cond delay="1312"/>
                                          </p:stCondLst>
                                        </p:cTn>
                                        <p:tgtEl>
                                          <p:spTgt spid="11"/>
                                        </p:tgtEl>
                                      </p:cBhvr>
                                      <p:to x="100000" y="80000"/>
                                    </p:animScale>
                                    <p:animScale>
                                      <p:cBhvr>
                                        <p:cTn id="96" dur="166" decel="50000">
                                          <p:stCondLst>
                                            <p:cond delay="1338"/>
                                          </p:stCondLst>
                                        </p:cTn>
                                        <p:tgtEl>
                                          <p:spTgt spid="11"/>
                                        </p:tgtEl>
                                      </p:cBhvr>
                                      <p:to x="100000" y="100000"/>
                                    </p:animScale>
                                    <p:animScale>
                                      <p:cBhvr>
                                        <p:cTn id="97" dur="26">
                                          <p:stCondLst>
                                            <p:cond delay="1642"/>
                                          </p:stCondLst>
                                        </p:cTn>
                                        <p:tgtEl>
                                          <p:spTgt spid="11"/>
                                        </p:tgtEl>
                                      </p:cBhvr>
                                      <p:to x="100000" y="90000"/>
                                    </p:animScale>
                                    <p:animScale>
                                      <p:cBhvr>
                                        <p:cTn id="98" dur="166" decel="50000">
                                          <p:stCondLst>
                                            <p:cond delay="1668"/>
                                          </p:stCondLst>
                                        </p:cTn>
                                        <p:tgtEl>
                                          <p:spTgt spid="11"/>
                                        </p:tgtEl>
                                      </p:cBhvr>
                                      <p:to x="100000" y="100000"/>
                                    </p:animScale>
                                    <p:animScale>
                                      <p:cBhvr>
                                        <p:cTn id="99" dur="26">
                                          <p:stCondLst>
                                            <p:cond delay="1808"/>
                                          </p:stCondLst>
                                        </p:cTn>
                                        <p:tgtEl>
                                          <p:spTgt spid="11"/>
                                        </p:tgtEl>
                                      </p:cBhvr>
                                      <p:to x="100000" y="95000"/>
                                    </p:animScale>
                                    <p:animScale>
                                      <p:cBhvr>
                                        <p:cTn id="100"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3">
            <a:extLst>
              <a:ext uri="{FF2B5EF4-FFF2-40B4-BE49-F238E27FC236}">
                <a16:creationId xmlns:a16="http://schemas.microsoft.com/office/drawing/2014/main" id="{5D2C063D-8926-A0F3-48A0-C7CB1B29491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0" hangingPunct="0">
              <a:spcBef>
                <a:spcPct val="0"/>
              </a:spcBef>
              <a:buClrTx/>
              <a:buSzTx/>
              <a:buFontTx/>
              <a:buNone/>
            </a:pPr>
            <a:fld id="{31F5EF16-36B9-4F47-8840-D8F6529C146A}" type="slidenum">
              <a:rPr kumimoji="0" lang="en-US" altLang="en-US" sz="1400" smtClean="0">
                <a:latin typeface="Times New Roman" panose="02020603050405020304" pitchFamily="18" charset="0"/>
              </a:rPr>
              <a:pPr eaLnBrk="0" hangingPunct="0">
                <a:spcBef>
                  <a:spcPct val="0"/>
                </a:spcBef>
                <a:buClrTx/>
                <a:buSzTx/>
                <a:buFontTx/>
                <a:buNone/>
              </a:pPr>
              <a:t>5</a:t>
            </a:fld>
            <a:endParaRPr kumimoji="0" lang="en-US" altLang="en-US" sz="1400">
              <a:latin typeface="Times New Roman" panose="02020603050405020304" pitchFamily="18" charset="0"/>
            </a:endParaRPr>
          </a:p>
        </p:txBody>
      </p:sp>
      <p:sp>
        <p:nvSpPr>
          <p:cNvPr id="60419" name="Rectangle 2">
            <a:extLst>
              <a:ext uri="{FF2B5EF4-FFF2-40B4-BE49-F238E27FC236}">
                <a16:creationId xmlns:a16="http://schemas.microsoft.com/office/drawing/2014/main" id="{EE0FACCD-F323-F7E8-D89E-5A0A02C4E4A4}"/>
              </a:ext>
            </a:extLst>
          </p:cNvPr>
          <p:cNvSpPr>
            <a:spLocks noChangeArrowheads="1"/>
          </p:cNvSpPr>
          <p:nvPr/>
        </p:nvSpPr>
        <p:spPr bwMode="auto">
          <a:xfrm>
            <a:off x="647700" y="228600"/>
            <a:ext cx="78486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a:spcBef>
                <a:spcPct val="0"/>
              </a:spcBef>
              <a:buClrTx/>
              <a:buSzTx/>
              <a:buFontTx/>
              <a:buNone/>
            </a:pPr>
            <a:r>
              <a:rPr kumimoji="0" lang="en-US" altLang="en-US" sz="3000" b="1"/>
              <a:t>What is a </a:t>
            </a:r>
            <a:r>
              <a:rPr kumimoji="0" lang="en-US" altLang="en-US" sz="3000" b="1">
                <a:solidFill>
                  <a:srgbClr val="0070C0"/>
                </a:solidFill>
              </a:rPr>
              <a:t>Process</a:t>
            </a:r>
            <a:r>
              <a:rPr kumimoji="0" lang="en-US" altLang="en-US" sz="3000" b="1"/>
              <a:t>?</a:t>
            </a:r>
          </a:p>
        </p:txBody>
      </p:sp>
      <p:sp>
        <p:nvSpPr>
          <p:cNvPr id="43012" name="Rectangle 3">
            <a:extLst>
              <a:ext uri="{FF2B5EF4-FFF2-40B4-BE49-F238E27FC236}">
                <a16:creationId xmlns:a16="http://schemas.microsoft.com/office/drawing/2014/main" id="{A1C23225-AEE5-ABDB-DBDD-B68A53D6B658}"/>
              </a:ext>
            </a:extLst>
          </p:cNvPr>
          <p:cNvSpPr>
            <a:spLocks noGrp="1" noChangeArrowheads="1"/>
          </p:cNvSpPr>
          <p:nvPr>
            <p:ph type="body" idx="1"/>
          </p:nvPr>
        </p:nvSpPr>
        <p:spPr>
          <a:xfrm>
            <a:off x="495300" y="1136650"/>
            <a:ext cx="8153400" cy="5187950"/>
          </a:xfrm>
        </p:spPr>
        <p:txBody>
          <a:bodyPr/>
          <a:lstStyle/>
          <a:p>
            <a:pPr marL="227013" indent="-227013">
              <a:spcAft>
                <a:spcPts val="600"/>
              </a:spcAft>
              <a:buFont typeface="Arial" panose="020B0604020202020204" pitchFamily="34" charset="0"/>
              <a:buChar char="•"/>
            </a:pPr>
            <a:r>
              <a:rPr lang="en-US" altLang="en-US" sz="2400" i="1" dirty="0">
                <a:solidFill>
                  <a:srgbClr val="C00000"/>
                </a:solidFill>
                <a:ea typeface="ＭＳ Ｐゴシック" panose="020B0600070205080204" pitchFamily="34" charset="-128"/>
              </a:rPr>
              <a:t>System</a:t>
            </a:r>
            <a:r>
              <a:rPr lang="en-US" altLang="en-US" sz="2400" i="1" dirty="0">
                <a:solidFill>
                  <a:srgbClr val="000099"/>
                </a:solidFill>
                <a:ea typeface="ＭＳ Ｐゴシック" panose="020B0600070205080204" pitchFamily="34" charset="-128"/>
              </a:rPr>
              <a:t> = Input </a:t>
            </a:r>
            <a:r>
              <a:rPr lang="en-US" altLang="en-US" sz="2400" i="1" dirty="0">
                <a:solidFill>
                  <a:srgbClr val="000099"/>
                </a:solidFill>
                <a:ea typeface="ＭＳ Ｐゴシック" panose="020B0600070205080204" pitchFamily="34" charset="-128"/>
                <a:sym typeface="Wingdings" panose="05000000000000000000" pitchFamily="2" charset="2"/>
              </a:rPr>
              <a:t> Processes  Outcome</a:t>
            </a:r>
          </a:p>
          <a:p>
            <a:pPr marL="227013" indent="-227013">
              <a:spcAft>
                <a:spcPts val="600"/>
              </a:spcAft>
              <a:buFont typeface="Arial" panose="020B0604020202020204" pitchFamily="34" charset="0"/>
              <a:buChar char="•"/>
            </a:pPr>
            <a:r>
              <a:rPr lang="en-US" altLang="en-US" sz="2400" i="1" dirty="0">
                <a:solidFill>
                  <a:srgbClr val="C00000"/>
                </a:solidFill>
                <a:ea typeface="ＭＳ Ｐゴシック" panose="020B0600070205080204" pitchFamily="34" charset="-128"/>
                <a:sym typeface="Wingdings" panose="05000000000000000000" pitchFamily="2" charset="2"/>
              </a:rPr>
              <a:t>Process</a:t>
            </a:r>
            <a:r>
              <a:rPr lang="en-US" altLang="en-US" sz="2400" i="1" dirty="0">
                <a:solidFill>
                  <a:srgbClr val="000099"/>
                </a:solidFill>
                <a:ea typeface="ＭＳ Ｐゴシック" panose="020B0600070205080204" pitchFamily="34" charset="-128"/>
                <a:sym typeface="Wingdings" panose="05000000000000000000" pitchFamily="2" charset="2"/>
              </a:rPr>
              <a:t> = the steps, decisions, and workflows to convert inputs into outcomes.</a:t>
            </a:r>
          </a:p>
          <a:p>
            <a:pPr marL="227013" indent="-227013">
              <a:spcBef>
                <a:spcPct val="0"/>
              </a:spcBef>
              <a:buFont typeface="Arial" panose="020B0604020202020204" pitchFamily="34" charset="0"/>
              <a:buChar char="•"/>
            </a:pPr>
            <a:endParaRPr lang="en-US" altLang="en-US" sz="2400" i="1" dirty="0">
              <a:solidFill>
                <a:srgbClr val="000099"/>
              </a:solidFill>
              <a:ea typeface="ＭＳ Ｐゴシック" panose="020B0600070205080204" pitchFamily="34" charset="-128"/>
              <a:sym typeface="Wingdings" panose="05000000000000000000" pitchFamily="2" charset="2"/>
            </a:endParaRPr>
          </a:p>
          <a:p>
            <a:pPr marL="227013" indent="-227013">
              <a:spcAft>
                <a:spcPts val="600"/>
              </a:spcAft>
              <a:buFont typeface="Arial" panose="020B0604020202020204" pitchFamily="34" charset="0"/>
              <a:buChar char="•"/>
            </a:pPr>
            <a:endParaRPr lang="en-US" altLang="en-US" sz="2400" i="1" dirty="0">
              <a:solidFill>
                <a:srgbClr val="000099"/>
              </a:solidFill>
              <a:ea typeface="ＭＳ Ｐゴシック" panose="020B0600070205080204" pitchFamily="34" charset="-128"/>
              <a:sym typeface="Wingdings" panose="05000000000000000000" pitchFamily="2" charset="2"/>
            </a:endParaRPr>
          </a:p>
          <a:p>
            <a:pPr marL="227013" indent="-227013">
              <a:spcAft>
                <a:spcPts val="600"/>
              </a:spcAft>
              <a:buFont typeface="Arial" panose="020B0604020202020204" pitchFamily="34" charset="0"/>
              <a:buChar char="•"/>
            </a:pPr>
            <a:endParaRPr lang="en-US" altLang="en-US" sz="2400" i="1" dirty="0">
              <a:solidFill>
                <a:srgbClr val="000099"/>
              </a:solidFill>
              <a:ea typeface="ＭＳ Ｐゴシック" panose="020B0600070205080204" pitchFamily="34" charset="-128"/>
            </a:endParaRPr>
          </a:p>
          <a:p>
            <a:pPr marL="227013" indent="-227013">
              <a:spcAft>
                <a:spcPts val="600"/>
              </a:spcAft>
              <a:buFont typeface="Arial" panose="020B0604020202020204" pitchFamily="34" charset="0"/>
              <a:buChar char="•"/>
            </a:pPr>
            <a:r>
              <a:rPr lang="en-US" altLang="en-US" sz="2400" i="1" dirty="0">
                <a:solidFill>
                  <a:srgbClr val="000099"/>
                </a:solidFill>
                <a:ea typeface="ＭＳ Ｐゴシック" panose="020B0600070205080204" pitchFamily="34" charset="-128"/>
              </a:rPr>
              <a:t>There are many </a:t>
            </a:r>
            <a:r>
              <a:rPr lang="en-US" altLang="en-US" sz="2400" i="1" dirty="0">
                <a:solidFill>
                  <a:srgbClr val="C00000"/>
                </a:solidFill>
                <a:ea typeface="ＭＳ Ｐゴシック" panose="020B0600070205080204" pitchFamily="34" charset="-128"/>
              </a:rPr>
              <a:t>types</a:t>
            </a:r>
            <a:r>
              <a:rPr lang="en-US" altLang="en-US" sz="2400" i="1" dirty="0">
                <a:solidFill>
                  <a:srgbClr val="000099"/>
                </a:solidFill>
                <a:ea typeface="ＭＳ Ｐゴシック" panose="020B0600070205080204" pitchFamily="34" charset="-128"/>
              </a:rPr>
              <a:t> of systems and processes: e.g., an internal computer, biological, combustion engine, cooking dinner, voting election, business, etc.</a:t>
            </a:r>
          </a:p>
          <a:p>
            <a:pPr marL="227013" indent="-227013">
              <a:spcAft>
                <a:spcPts val="1800"/>
              </a:spcAft>
              <a:buFont typeface="Arial" panose="020B0604020202020204" pitchFamily="34" charset="0"/>
              <a:buChar char="•"/>
            </a:pPr>
            <a:r>
              <a:rPr lang="en-US" altLang="en-US" sz="2400" i="1" dirty="0">
                <a:solidFill>
                  <a:srgbClr val="000099"/>
                </a:solidFill>
                <a:ea typeface="ＭＳ Ｐゴシック" panose="020B0600070205080204" pitchFamily="34" charset="-128"/>
              </a:rPr>
              <a:t>A </a:t>
            </a:r>
            <a:r>
              <a:rPr lang="en-US" altLang="en-US" sz="2400" b="1" i="1" dirty="0">
                <a:solidFill>
                  <a:srgbClr val="C00000"/>
                </a:solidFill>
                <a:ea typeface="ＭＳ Ｐゴシック" panose="020B0600070205080204" pitchFamily="34" charset="-128"/>
              </a:rPr>
              <a:t>Business Process (BP)</a:t>
            </a:r>
            <a:r>
              <a:rPr lang="en-US" altLang="en-US" sz="2400" i="1" dirty="0">
                <a:solidFill>
                  <a:srgbClr val="C00000"/>
                </a:solidFill>
                <a:ea typeface="ＭＳ Ｐゴシック" panose="020B0600070205080204" pitchFamily="34" charset="-128"/>
              </a:rPr>
              <a:t> </a:t>
            </a:r>
            <a:r>
              <a:rPr lang="en-US" altLang="en-US" sz="2400" i="1" dirty="0">
                <a:solidFill>
                  <a:srgbClr val="000099"/>
                </a:solidFill>
                <a:ea typeface="ＭＳ Ｐゴシック" panose="020B0600070205080204" pitchFamily="34" charset="-128"/>
              </a:rPr>
              <a:t>is “a set of logically related tasks performed to achieve a defined business outcome." </a:t>
            </a:r>
            <a:r>
              <a:rPr lang="en-US" altLang="en-US" sz="1400" i="1" dirty="0">
                <a:solidFill>
                  <a:srgbClr val="009A46"/>
                </a:solidFill>
                <a:ea typeface="ＭＳ Ｐゴシック" panose="020B0600070205080204" pitchFamily="34" charset="-128"/>
              </a:rPr>
              <a:t>(Tom Davenport)</a:t>
            </a:r>
            <a:r>
              <a:rPr lang="en-US" altLang="en-US" sz="1200" i="1" dirty="0">
                <a:solidFill>
                  <a:srgbClr val="009A46"/>
                </a:solidFill>
                <a:ea typeface="ＭＳ Ｐゴシック" panose="020B0600070205080204" pitchFamily="34" charset="-128"/>
              </a:rPr>
              <a:t> </a:t>
            </a:r>
            <a:r>
              <a:rPr lang="en-US" altLang="en-US" sz="1200" i="1" dirty="0">
                <a:solidFill>
                  <a:srgbClr val="009A46"/>
                </a:solidFill>
                <a:ea typeface="ＭＳ Ｐゴシック" panose="020B0600070205080204" pitchFamily="34" charset="-128"/>
                <a:hlinkClick r:id="rId3"/>
              </a:rPr>
              <a:t>Big Bang Theory</a:t>
            </a:r>
            <a:endParaRPr lang="en-US" altLang="en-US" sz="2400" i="1" dirty="0">
              <a:solidFill>
                <a:srgbClr val="009A46"/>
              </a:solidFill>
              <a:ea typeface="ＭＳ Ｐゴシック" panose="020B0600070205080204" pitchFamily="34" charset="-128"/>
            </a:endParaRPr>
          </a:p>
        </p:txBody>
      </p:sp>
      <p:pic>
        <p:nvPicPr>
          <p:cNvPr id="5" name="Picture 5">
            <a:extLst>
              <a:ext uri="{FF2B5EF4-FFF2-40B4-BE49-F238E27FC236}">
                <a16:creationId xmlns:a16="http://schemas.microsoft.com/office/drawing/2014/main" id="{667CCA39-3D66-AF63-8FCA-1B5BBE5E1D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7338" y="2667000"/>
            <a:ext cx="10048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2" name="TextBox 1">
            <a:extLst>
              <a:ext uri="{FF2B5EF4-FFF2-40B4-BE49-F238E27FC236}">
                <a16:creationId xmlns:a16="http://schemas.microsoft.com/office/drawing/2014/main" id="{E236819B-A535-C41E-E46C-A71C579613CA}"/>
              </a:ext>
            </a:extLst>
          </p:cNvPr>
          <p:cNvSpPr txBox="1"/>
          <p:nvPr/>
        </p:nvSpPr>
        <p:spPr>
          <a:xfrm>
            <a:off x="2397125" y="2840038"/>
            <a:ext cx="1341438" cy="369887"/>
          </a:xfrm>
          <a:prstGeom prst="rect">
            <a:avLst/>
          </a:prstGeom>
          <a:noFill/>
        </p:spPr>
        <p:txBody>
          <a:bodyPr>
            <a:spAutoFit/>
          </a:bodyPr>
          <a:lstStyle/>
          <a:p>
            <a:pPr algn="ctr" eaLnBrk="1" hangingPunct="1">
              <a:defRPr/>
            </a:pPr>
            <a:r>
              <a:rPr kumimoji="1" lang="en-US" sz="1800" dirty="0">
                <a:solidFill>
                  <a:srgbClr val="0070C0"/>
                </a:solidFill>
                <a:latin typeface="+mn-lt"/>
                <a:cs typeface="ＭＳ Ｐゴシック"/>
              </a:rPr>
              <a:t>Inputs</a:t>
            </a:r>
          </a:p>
        </p:txBody>
      </p:sp>
      <p:sp>
        <p:nvSpPr>
          <p:cNvPr id="8" name="TextBox 7">
            <a:extLst>
              <a:ext uri="{FF2B5EF4-FFF2-40B4-BE49-F238E27FC236}">
                <a16:creationId xmlns:a16="http://schemas.microsoft.com/office/drawing/2014/main" id="{4D70A209-78A6-5173-1BDB-DF09010FCA03}"/>
              </a:ext>
            </a:extLst>
          </p:cNvPr>
          <p:cNvSpPr txBox="1">
            <a:spLocks noChangeArrowheads="1"/>
          </p:cNvSpPr>
          <p:nvPr/>
        </p:nvSpPr>
        <p:spPr bwMode="auto">
          <a:xfrm>
            <a:off x="5651500" y="2835275"/>
            <a:ext cx="1435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solidFill>
                  <a:srgbClr val="0070C0"/>
                </a:solidFill>
              </a:rPr>
              <a:t>Outcomes</a:t>
            </a:r>
          </a:p>
        </p:txBody>
      </p:sp>
      <p:sp>
        <p:nvSpPr>
          <p:cNvPr id="9" name="TextBox 8">
            <a:extLst>
              <a:ext uri="{FF2B5EF4-FFF2-40B4-BE49-F238E27FC236}">
                <a16:creationId xmlns:a16="http://schemas.microsoft.com/office/drawing/2014/main" id="{B4486A6D-DF15-D196-D042-DEFC66CD32C6}"/>
              </a:ext>
            </a:extLst>
          </p:cNvPr>
          <p:cNvSpPr txBox="1">
            <a:spLocks noChangeArrowheads="1"/>
          </p:cNvSpPr>
          <p:nvPr/>
        </p:nvSpPr>
        <p:spPr bwMode="auto">
          <a:xfrm>
            <a:off x="4019550" y="3400425"/>
            <a:ext cx="1158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solidFill>
                  <a:srgbClr val="0070C0"/>
                </a:solidFill>
              </a:rPr>
              <a:t>Process</a:t>
            </a:r>
          </a:p>
        </p:txBody>
      </p:sp>
      <p:sp>
        <p:nvSpPr>
          <p:cNvPr id="3" name="Down Arrow 2">
            <a:extLst>
              <a:ext uri="{FF2B5EF4-FFF2-40B4-BE49-F238E27FC236}">
                <a16:creationId xmlns:a16="http://schemas.microsoft.com/office/drawing/2014/main" id="{7FF72A8A-8937-55AA-5754-AD77922FE91C}"/>
              </a:ext>
            </a:extLst>
          </p:cNvPr>
          <p:cNvSpPr>
            <a:spLocks noChangeArrowheads="1"/>
          </p:cNvSpPr>
          <p:nvPr/>
        </p:nvSpPr>
        <p:spPr bwMode="auto">
          <a:xfrm rot="-5400000">
            <a:off x="3509963" y="2803525"/>
            <a:ext cx="457200" cy="412750"/>
          </a:xfrm>
          <a:prstGeom prst="downArrow">
            <a:avLst>
              <a:gd name="adj1" fmla="val 50000"/>
              <a:gd name="adj2" fmla="val 50000"/>
            </a:avLst>
          </a:prstGeom>
          <a:solidFill>
            <a:srgbClr val="0070C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endParaRPr kumimoji="0" lang="en-US" altLang="en-US" sz="2400">
              <a:solidFill>
                <a:srgbClr val="0070C0"/>
              </a:solidFill>
              <a:latin typeface="Times New Roman" panose="02020603050405020304" pitchFamily="18" charset="0"/>
            </a:endParaRPr>
          </a:p>
        </p:txBody>
      </p:sp>
      <p:sp>
        <p:nvSpPr>
          <p:cNvPr id="12" name="Down Arrow 11">
            <a:extLst>
              <a:ext uri="{FF2B5EF4-FFF2-40B4-BE49-F238E27FC236}">
                <a16:creationId xmlns:a16="http://schemas.microsoft.com/office/drawing/2014/main" id="{04E6A4C2-2A32-80D8-E135-68319FBA66E0}"/>
              </a:ext>
            </a:extLst>
          </p:cNvPr>
          <p:cNvSpPr>
            <a:spLocks noChangeArrowheads="1"/>
          </p:cNvSpPr>
          <p:nvPr/>
        </p:nvSpPr>
        <p:spPr bwMode="auto">
          <a:xfrm rot="-5400000">
            <a:off x="5338763" y="2803525"/>
            <a:ext cx="457200" cy="412750"/>
          </a:xfrm>
          <a:prstGeom prst="downArrow">
            <a:avLst>
              <a:gd name="adj1" fmla="val 50000"/>
              <a:gd name="adj2" fmla="val 50000"/>
            </a:avLst>
          </a:prstGeom>
          <a:solidFill>
            <a:srgbClr val="0070C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endParaRPr kumimoji="0" lang="en-US"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0-#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000" fill="hold"/>
                                        <p:tgtEl>
                                          <p:spTgt spid="2"/>
                                        </p:tgtEl>
                                        <p:attrNameLst>
                                          <p:attrName>ppt_x</p:attrName>
                                        </p:attrNameLst>
                                      </p:cBhvr>
                                      <p:tavLst>
                                        <p:tav tm="0">
                                          <p:val>
                                            <p:strVal val="0-#ppt_w/2"/>
                                          </p:val>
                                        </p:tav>
                                        <p:tav tm="100000">
                                          <p:val>
                                            <p:strVal val="#ppt_x"/>
                                          </p:val>
                                        </p:tav>
                                      </p:tavLst>
                                    </p:anim>
                                    <p:anim calcmode="lin" valueType="num">
                                      <p:cBhvr additive="base">
                                        <p:cTn id="12" dur="2000" fill="hold"/>
                                        <p:tgtEl>
                                          <p:spTgt spid="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fill="hold"/>
                                        <p:tgtEl>
                                          <p:spTgt spid="8"/>
                                        </p:tgtEl>
                                        <p:attrNameLst>
                                          <p:attrName>ppt_x</p:attrName>
                                        </p:attrNameLst>
                                      </p:cBhvr>
                                      <p:tavLst>
                                        <p:tav tm="0">
                                          <p:val>
                                            <p:strVal val="0-#ppt_w/2"/>
                                          </p:val>
                                        </p:tav>
                                        <p:tav tm="100000">
                                          <p:val>
                                            <p:strVal val="#ppt_x"/>
                                          </p:val>
                                        </p:tav>
                                      </p:tavLst>
                                    </p:anim>
                                    <p:anim calcmode="lin" valueType="num">
                                      <p:cBhvr additive="base">
                                        <p:cTn id="16" dur="2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000" fill="hold"/>
                                        <p:tgtEl>
                                          <p:spTgt spid="9"/>
                                        </p:tgtEl>
                                        <p:attrNameLst>
                                          <p:attrName>ppt_x</p:attrName>
                                        </p:attrNameLst>
                                      </p:cBhvr>
                                      <p:tavLst>
                                        <p:tav tm="0">
                                          <p:val>
                                            <p:strVal val="0-#ppt_w/2"/>
                                          </p:val>
                                        </p:tav>
                                        <p:tav tm="100000">
                                          <p:val>
                                            <p:strVal val="#ppt_x"/>
                                          </p:val>
                                        </p:tav>
                                      </p:tavLst>
                                    </p:anim>
                                    <p:anim calcmode="lin" valueType="num">
                                      <p:cBhvr additive="base">
                                        <p:cTn id="20" dur="20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2000" fill="hold"/>
                                        <p:tgtEl>
                                          <p:spTgt spid="3"/>
                                        </p:tgtEl>
                                        <p:attrNameLst>
                                          <p:attrName>ppt_x</p:attrName>
                                        </p:attrNameLst>
                                      </p:cBhvr>
                                      <p:tavLst>
                                        <p:tav tm="0">
                                          <p:val>
                                            <p:strVal val="0-#ppt_w/2"/>
                                          </p:val>
                                        </p:tav>
                                        <p:tav tm="100000">
                                          <p:val>
                                            <p:strVal val="#ppt_x"/>
                                          </p:val>
                                        </p:tav>
                                      </p:tavLst>
                                    </p:anim>
                                    <p:anim calcmode="lin" valueType="num">
                                      <p:cBhvr additive="base">
                                        <p:cTn id="24" dur="2000" fill="hold"/>
                                        <p:tgtEl>
                                          <p:spTgt spid="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000" fill="hold"/>
                                        <p:tgtEl>
                                          <p:spTgt spid="12"/>
                                        </p:tgtEl>
                                        <p:attrNameLst>
                                          <p:attrName>ppt_x</p:attrName>
                                        </p:attrNameLst>
                                      </p:cBhvr>
                                      <p:tavLst>
                                        <p:tav tm="0">
                                          <p:val>
                                            <p:strVal val="0-#ppt_w/2"/>
                                          </p:val>
                                        </p:tav>
                                        <p:tav tm="100000">
                                          <p:val>
                                            <p:strVal val="#ppt_x"/>
                                          </p:val>
                                        </p:tav>
                                      </p:tavLst>
                                    </p:anim>
                                    <p:anim calcmode="lin" valueType="num">
                                      <p:cBhvr additive="base">
                                        <p:cTn id="28" dur="2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43012">
                                            <p:txEl>
                                              <p:pRg st="5" end="5"/>
                                            </p:txEl>
                                          </p:spTgt>
                                        </p:tgtEl>
                                        <p:attrNameLst>
                                          <p:attrName>style.visibility</p:attrName>
                                        </p:attrNameLst>
                                      </p:cBhvr>
                                      <p:to>
                                        <p:strVal val="visible"/>
                                      </p:to>
                                    </p:set>
                                    <p:animEffect transition="in" filter="fade">
                                      <p:cBhvr>
                                        <p:cTn id="33" dur="2000"/>
                                        <p:tgtEl>
                                          <p:spTgt spid="43012">
                                            <p:txEl>
                                              <p:pRg st="5" end="5"/>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43012">
                                            <p:txEl>
                                              <p:pRg st="6" end="6"/>
                                            </p:txEl>
                                          </p:spTgt>
                                        </p:tgtEl>
                                        <p:attrNameLst>
                                          <p:attrName>style.visibility</p:attrName>
                                        </p:attrNameLst>
                                      </p:cBhvr>
                                      <p:to>
                                        <p:strVal val="visible"/>
                                      </p:to>
                                    </p:set>
                                    <p:animEffect transition="in" filter="fade">
                                      <p:cBhvr>
                                        <p:cTn id="38" dur="2000"/>
                                        <p:tgtEl>
                                          <p:spTgt spid="430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P spid="3"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AutoShape 2">
            <a:extLst>
              <a:ext uri="{FF2B5EF4-FFF2-40B4-BE49-F238E27FC236}">
                <a16:creationId xmlns:a16="http://schemas.microsoft.com/office/drawing/2014/main" id="{52C74D61-AEE3-C145-2B79-CC549BC89F7C}"/>
              </a:ext>
            </a:extLst>
          </p:cNvPr>
          <p:cNvSpPr>
            <a:spLocks noGrp="1" noChangeArrowheads="1"/>
          </p:cNvSpPr>
          <p:nvPr>
            <p:ph type="title"/>
          </p:nvPr>
        </p:nvSpPr>
        <p:spPr>
          <a:xfrm>
            <a:off x="533400" y="381000"/>
            <a:ext cx="8153400" cy="1143000"/>
          </a:xfrm>
        </p:spPr>
        <p:txBody>
          <a:bodyPr/>
          <a:lstStyle/>
          <a:p>
            <a:pPr algn="ctr" eaLnBrk="1" hangingPunct="1">
              <a:defRPr/>
            </a:pPr>
            <a:r>
              <a:rPr lang="en-US" altLang="en-US" sz="3600" b="1" kern="1200" dirty="0">
                <a:solidFill>
                  <a:schemeClr val="accent2"/>
                </a:solidFill>
                <a:latin typeface="Comic Sans MS" panose="030F0702030302020204" pitchFamily="66" charset="0"/>
                <a:ea typeface="ＭＳ Ｐゴシック" panose="020B0600070205080204" pitchFamily="34" charset="-128"/>
                <a:cs typeface="+mn-cs"/>
              </a:rPr>
              <a:t>Business Process Examples</a:t>
            </a:r>
          </a:p>
        </p:txBody>
      </p:sp>
      <p:graphicFrame>
        <p:nvGraphicFramePr>
          <p:cNvPr id="3" name="Table 2">
            <a:extLst>
              <a:ext uri="{FF2B5EF4-FFF2-40B4-BE49-F238E27FC236}">
                <a16:creationId xmlns:a16="http://schemas.microsoft.com/office/drawing/2014/main" id="{503882D1-D2C6-08DD-79F9-096BEA697AFD}"/>
              </a:ext>
            </a:extLst>
          </p:cNvPr>
          <p:cNvGraphicFramePr>
            <a:graphicFrameLocks noGrp="1"/>
          </p:cNvGraphicFramePr>
          <p:nvPr/>
        </p:nvGraphicFramePr>
        <p:xfrm>
          <a:off x="609600" y="1752600"/>
          <a:ext cx="8001000" cy="3546472"/>
        </p:xfrm>
        <a:graphic>
          <a:graphicData uri="http://schemas.openxmlformats.org/drawingml/2006/table">
            <a:tbl>
              <a:tblPr firstRow="1" bandRow="1">
                <a:tableStyleId>{7DF18680-E054-41AD-8BC1-D1AEF772440D}</a:tableStyleId>
              </a:tblPr>
              <a:tblGrid>
                <a:gridCol w="20574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370906">
                <a:tc>
                  <a:txBody>
                    <a:bodyPr/>
                    <a:lstStyle/>
                    <a:p>
                      <a:pPr algn="ctr"/>
                      <a:r>
                        <a:rPr lang="en-US" sz="1600" dirty="0">
                          <a:solidFill>
                            <a:schemeClr val="tx1"/>
                          </a:solidFill>
                        </a:rPr>
                        <a:t>Business Domain</a:t>
                      </a:r>
                    </a:p>
                  </a:txBody>
                  <a:tcPr marT="45728" marB="45728"/>
                </a:tc>
                <a:tc>
                  <a:txBody>
                    <a:bodyPr/>
                    <a:lstStyle/>
                    <a:p>
                      <a:pPr algn="ctr"/>
                      <a:r>
                        <a:rPr lang="en-US" sz="1600" dirty="0">
                          <a:solidFill>
                            <a:schemeClr val="tx1"/>
                          </a:solidFill>
                        </a:rPr>
                        <a:t>Client Facing</a:t>
                      </a:r>
                    </a:p>
                  </a:txBody>
                  <a:tcPr marT="45728" marB="45728"/>
                </a:tc>
                <a:tc>
                  <a:txBody>
                    <a:bodyPr/>
                    <a:lstStyle/>
                    <a:p>
                      <a:pPr algn="ctr"/>
                      <a:r>
                        <a:rPr lang="en-US" sz="1600" dirty="0">
                          <a:solidFill>
                            <a:schemeClr val="tx1"/>
                          </a:solidFill>
                        </a:rPr>
                        <a:t>Internal</a:t>
                      </a:r>
                    </a:p>
                  </a:txBody>
                  <a:tcPr marT="45728" marB="45728"/>
                </a:tc>
                <a:extLst>
                  <a:ext uri="{0D108BD9-81ED-4DB2-BD59-A6C34878D82A}">
                    <a16:rowId xmlns:a16="http://schemas.microsoft.com/office/drawing/2014/main" val="10000"/>
                  </a:ext>
                </a:extLst>
              </a:tr>
              <a:tr h="370906">
                <a:tc>
                  <a:txBody>
                    <a:bodyPr/>
                    <a:lstStyle/>
                    <a:p>
                      <a:r>
                        <a:rPr lang="en-US" sz="1600" dirty="0"/>
                        <a:t>Sales</a:t>
                      </a:r>
                    </a:p>
                  </a:txBody>
                  <a:tcPr marT="45728" marB="45728"/>
                </a:tc>
                <a:tc>
                  <a:txBody>
                    <a:bodyPr/>
                    <a:lstStyle/>
                    <a:p>
                      <a:r>
                        <a:rPr lang="en-US" sz="1600" dirty="0"/>
                        <a:t>Point of sales, returns</a:t>
                      </a:r>
                    </a:p>
                  </a:txBody>
                  <a:tcPr marT="45728" marB="45728"/>
                </a:tc>
                <a:tc>
                  <a:txBody>
                    <a:bodyPr/>
                    <a:lstStyle/>
                    <a:p>
                      <a:r>
                        <a:rPr lang="en-US" sz="1600" dirty="0"/>
                        <a:t>Inventory management</a:t>
                      </a:r>
                    </a:p>
                  </a:txBody>
                  <a:tcPr marT="45728" marB="45728"/>
                </a:tc>
                <a:extLst>
                  <a:ext uri="{0D108BD9-81ED-4DB2-BD59-A6C34878D82A}">
                    <a16:rowId xmlns:a16="http://schemas.microsoft.com/office/drawing/2014/main" val="10001"/>
                  </a:ext>
                </a:extLst>
              </a:tr>
              <a:tr h="370906">
                <a:tc>
                  <a:txBody>
                    <a:bodyPr/>
                    <a:lstStyle/>
                    <a:p>
                      <a:r>
                        <a:rPr lang="en-US" sz="1600" dirty="0"/>
                        <a:t>Online orders</a:t>
                      </a:r>
                    </a:p>
                  </a:txBody>
                  <a:tcPr marT="45728" marB="45728"/>
                </a:tc>
                <a:tc>
                  <a:txBody>
                    <a:bodyPr/>
                    <a:lstStyle/>
                    <a:p>
                      <a:r>
                        <a:rPr lang="en-US" sz="1600" dirty="0"/>
                        <a:t>Shopping, checkout</a:t>
                      </a:r>
                    </a:p>
                  </a:txBody>
                  <a:tcPr marT="45728" marB="45728"/>
                </a:tc>
                <a:tc>
                  <a:txBody>
                    <a:bodyPr/>
                    <a:lstStyle/>
                    <a:p>
                      <a:r>
                        <a:rPr lang="en-US" sz="1600" dirty="0"/>
                        <a:t>Fulfillment, deliveries</a:t>
                      </a:r>
                    </a:p>
                  </a:txBody>
                  <a:tcPr marT="45728" marB="45728"/>
                </a:tc>
                <a:extLst>
                  <a:ext uri="{0D108BD9-81ED-4DB2-BD59-A6C34878D82A}">
                    <a16:rowId xmlns:a16="http://schemas.microsoft.com/office/drawing/2014/main" val="10002"/>
                  </a:ext>
                </a:extLst>
              </a:tr>
              <a:tr h="370906">
                <a:tc>
                  <a:txBody>
                    <a:bodyPr/>
                    <a:lstStyle/>
                    <a:p>
                      <a:r>
                        <a:rPr lang="en-US" sz="1600" dirty="0"/>
                        <a:t>Air travel</a:t>
                      </a:r>
                    </a:p>
                  </a:txBody>
                  <a:tcPr marT="45728" marB="45728"/>
                </a:tc>
                <a:tc>
                  <a:txBody>
                    <a:bodyPr/>
                    <a:lstStyle/>
                    <a:p>
                      <a:r>
                        <a:rPr lang="en-US" sz="1600" dirty="0"/>
                        <a:t>Reservations, check-in</a:t>
                      </a:r>
                    </a:p>
                  </a:txBody>
                  <a:tcPr marT="45728" marB="45728"/>
                </a:tc>
                <a:tc>
                  <a:txBody>
                    <a:bodyPr/>
                    <a:lstStyle/>
                    <a:p>
                      <a:r>
                        <a:rPr lang="en-US" sz="1600" dirty="0"/>
                        <a:t>Baggage handling</a:t>
                      </a:r>
                    </a:p>
                  </a:txBody>
                  <a:tcPr marT="45728" marB="45728"/>
                </a:tc>
                <a:extLst>
                  <a:ext uri="{0D108BD9-81ED-4DB2-BD59-A6C34878D82A}">
                    <a16:rowId xmlns:a16="http://schemas.microsoft.com/office/drawing/2014/main" val="10003"/>
                  </a:ext>
                </a:extLst>
              </a:tr>
              <a:tr h="370906">
                <a:tc>
                  <a:txBody>
                    <a:bodyPr/>
                    <a:lstStyle/>
                    <a:p>
                      <a:r>
                        <a:rPr lang="en-US" sz="1600" dirty="0"/>
                        <a:t>Hotel management</a:t>
                      </a:r>
                    </a:p>
                  </a:txBody>
                  <a:tcPr marT="45728" marB="45728"/>
                </a:tc>
                <a:tc>
                  <a:txBody>
                    <a:bodyPr/>
                    <a:lstStyle/>
                    <a:p>
                      <a:r>
                        <a:rPr lang="en-US" sz="1600" dirty="0"/>
                        <a:t>Check-in, check-out</a:t>
                      </a:r>
                    </a:p>
                  </a:txBody>
                  <a:tcPr marT="45728" marB="45728"/>
                </a:tc>
                <a:tc>
                  <a:txBody>
                    <a:bodyPr/>
                    <a:lstStyle/>
                    <a:p>
                      <a:r>
                        <a:rPr lang="en-US" sz="1600" dirty="0"/>
                        <a:t>Housekeeping services</a:t>
                      </a:r>
                    </a:p>
                  </a:txBody>
                  <a:tcPr marT="45728" marB="45728"/>
                </a:tc>
                <a:extLst>
                  <a:ext uri="{0D108BD9-81ED-4DB2-BD59-A6C34878D82A}">
                    <a16:rowId xmlns:a16="http://schemas.microsoft.com/office/drawing/2014/main" val="10004"/>
                  </a:ext>
                </a:extLst>
              </a:tr>
              <a:tr h="370906">
                <a:tc>
                  <a:txBody>
                    <a:bodyPr/>
                    <a:lstStyle/>
                    <a:p>
                      <a:r>
                        <a:rPr lang="en-US" sz="1600" dirty="0"/>
                        <a:t>Restaurant</a:t>
                      </a:r>
                    </a:p>
                  </a:txBody>
                  <a:tcPr marT="45728" marB="45728"/>
                </a:tc>
                <a:tc>
                  <a:txBody>
                    <a:bodyPr/>
                    <a:lstStyle/>
                    <a:p>
                      <a:r>
                        <a:rPr lang="en-US" sz="1600" dirty="0"/>
                        <a:t>Reservations, food orders</a:t>
                      </a:r>
                    </a:p>
                  </a:txBody>
                  <a:tcPr marT="45728" marB="45728"/>
                </a:tc>
                <a:tc>
                  <a:txBody>
                    <a:bodyPr/>
                    <a:lstStyle/>
                    <a:p>
                      <a:r>
                        <a:rPr lang="en-US" sz="1600" dirty="0"/>
                        <a:t>Food preparation</a:t>
                      </a:r>
                    </a:p>
                  </a:txBody>
                  <a:tcPr marT="45728" marB="45728"/>
                </a:tc>
                <a:extLst>
                  <a:ext uri="{0D108BD9-81ED-4DB2-BD59-A6C34878D82A}">
                    <a16:rowId xmlns:a16="http://schemas.microsoft.com/office/drawing/2014/main" val="10005"/>
                  </a:ext>
                </a:extLst>
              </a:tr>
              <a:tr h="579224">
                <a:tc>
                  <a:txBody>
                    <a:bodyPr/>
                    <a:lstStyle/>
                    <a:p>
                      <a:r>
                        <a:rPr lang="en-US" sz="1600" dirty="0"/>
                        <a:t>Banking</a:t>
                      </a:r>
                    </a:p>
                  </a:txBody>
                  <a:tcPr marT="45728" marB="45728"/>
                </a:tc>
                <a:tc>
                  <a:txBody>
                    <a:bodyPr/>
                    <a:lstStyle/>
                    <a:p>
                      <a:r>
                        <a:rPr lang="en-US" sz="1600" dirty="0"/>
                        <a:t>ATM transactions, instrument sales (e.g., CDs)</a:t>
                      </a:r>
                    </a:p>
                  </a:txBody>
                  <a:tcPr marT="45728" marB="45728"/>
                </a:tc>
                <a:tc>
                  <a:txBody>
                    <a:bodyPr/>
                    <a:lstStyle/>
                    <a:p>
                      <a:r>
                        <a:rPr lang="en-US" sz="1600" dirty="0"/>
                        <a:t>Account management, cash management</a:t>
                      </a:r>
                    </a:p>
                  </a:txBody>
                  <a:tcPr marT="45728" marB="45728"/>
                </a:tc>
                <a:extLst>
                  <a:ext uri="{0D108BD9-81ED-4DB2-BD59-A6C34878D82A}">
                    <a16:rowId xmlns:a16="http://schemas.microsoft.com/office/drawing/2014/main" val="10006"/>
                  </a:ext>
                </a:extLst>
              </a:tr>
              <a:tr h="370906">
                <a:tc>
                  <a:txBody>
                    <a:bodyPr/>
                    <a:lstStyle/>
                    <a:p>
                      <a:r>
                        <a:rPr lang="en-US" sz="1600" dirty="0"/>
                        <a:t>Loans</a:t>
                      </a:r>
                    </a:p>
                  </a:txBody>
                  <a:tcPr marT="45728" marB="45728"/>
                </a:tc>
                <a:tc>
                  <a:txBody>
                    <a:bodyPr/>
                    <a:lstStyle/>
                    <a:p>
                      <a:r>
                        <a:rPr lang="en-US" sz="1600" dirty="0"/>
                        <a:t>Applications, payments</a:t>
                      </a:r>
                    </a:p>
                  </a:txBody>
                  <a:tcPr marT="45728" marB="45728"/>
                </a:tc>
                <a:tc>
                  <a:txBody>
                    <a:bodyPr/>
                    <a:lstStyle/>
                    <a:p>
                      <a:r>
                        <a:rPr lang="en-US" sz="1600" dirty="0"/>
                        <a:t>Evaluation, underwriting</a:t>
                      </a:r>
                    </a:p>
                  </a:txBody>
                  <a:tcPr marT="45728" marB="45728"/>
                </a:tc>
                <a:extLst>
                  <a:ext uri="{0D108BD9-81ED-4DB2-BD59-A6C34878D82A}">
                    <a16:rowId xmlns:a16="http://schemas.microsoft.com/office/drawing/2014/main" val="10007"/>
                  </a:ext>
                </a:extLst>
              </a:tr>
              <a:tr h="370906">
                <a:tc>
                  <a:txBody>
                    <a:bodyPr/>
                    <a:lstStyle/>
                    <a:p>
                      <a:r>
                        <a:rPr lang="en-US" sz="1600" dirty="0"/>
                        <a:t>Insurance</a:t>
                      </a:r>
                    </a:p>
                  </a:txBody>
                  <a:tcPr marT="45728" marB="45728"/>
                </a:tc>
                <a:tc>
                  <a:txBody>
                    <a:bodyPr/>
                    <a:lstStyle/>
                    <a:p>
                      <a:r>
                        <a:rPr lang="en-US" sz="1600" dirty="0"/>
                        <a:t>Policy purchases, claims</a:t>
                      </a:r>
                    </a:p>
                  </a:txBody>
                  <a:tcPr marT="45728" marB="45728"/>
                </a:tc>
                <a:tc>
                  <a:txBody>
                    <a:bodyPr/>
                    <a:lstStyle/>
                    <a:p>
                      <a:r>
                        <a:rPr lang="en-US" sz="1600" dirty="0"/>
                        <a:t>Underwriting, claim processing</a:t>
                      </a:r>
                    </a:p>
                  </a:txBody>
                  <a:tcPr marT="45728" marB="45728"/>
                </a:tc>
                <a:extLst>
                  <a:ext uri="{0D108BD9-81ED-4DB2-BD59-A6C34878D82A}">
                    <a16:rowId xmlns:a16="http://schemas.microsoft.com/office/drawing/2014/main" val="10008"/>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8AF68C84-23A1-0E2B-7408-AB137B657051}"/>
              </a:ext>
            </a:extLst>
          </p:cNvPr>
          <p:cNvSpPr/>
          <p:nvPr/>
        </p:nvSpPr>
        <p:spPr bwMode="auto">
          <a:xfrm>
            <a:off x="2971800" y="2209800"/>
            <a:ext cx="1447800" cy="533400"/>
          </a:xfrm>
          <a:prstGeom prst="ellipse">
            <a:avLst/>
          </a:prstGeom>
          <a:solidFill>
            <a:schemeClr val="bg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1" name="Oval 10">
            <a:extLst>
              <a:ext uri="{FF2B5EF4-FFF2-40B4-BE49-F238E27FC236}">
                <a16:creationId xmlns:a16="http://schemas.microsoft.com/office/drawing/2014/main" id="{669E8DBD-2A66-CBFA-EE2D-938FD01C4BD1}"/>
              </a:ext>
            </a:extLst>
          </p:cNvPr>
          <p:cNvSpPr/>
          <p:nvPr/>
        </p:nvSpPr>
        <p:spPr bwMode="auto">
          <a:xfrm>
            <a:off x="2667000" y="3581401"/>
            <a:ext cx="1219200" cy="533400"/>
          </a:xfrm>
          <a:prstGeom prst="ellipse">
            <a:avLst/>
          </a:prstGeom>
          <a:solidFill>
            <a:schemeClr val="bg2">
              <a:lumMod val="20000"/>
              <a:lumOff val="80000"/>
            </a:schemeClr>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64514" name="Slide Number Placeholder 3">
            <a:extLst>
              <a:ext uri="{FF2B5EF4-FFF2-40B4-BE49-F238E27FC236}">
                <a16:creationId xmlns:a16="http://schemas.microsoft.com/office/drawing/2014/main" id="{3D9D020E-217C-F63F-4028-6E22FF34415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0" hangingPunct="0">
              <a:spcBef>
                <a:spcPct val="0"/>
              </a:spcBef>
              <a:buClrTx/>
              <a:buSzTx/>
              <a:buFontTx/>
              <a:buNone/>
            </a:pPr>
            <a:fld id="{3B2DB302-61C1-4302-B874-6212C3106F97}" type="slidenum">
              <a:rPr kumimoji="0" lang="en-US" altLang="en-US" sz="1400" smtClean="0">
                <a:solidFill>
                  <a:srgbClr val="000000"/>
                </a:solidFill>
                <a:latin typeface="Times New Roman" panose="02020603050405020304" pitchFamily="18" charset="0"/>
              </a:rPr>
              <a:pPr eaLnBrk="0" hangingPunct="0">
                <a:spcBef>
                  <a:spcPct val="0"/>
                </a:spcBef>
                <a:buClrTx/>
                <a:buSzTx/>
                <a:buFontTx/>
                <a:buNone/>
              </a:pPr>
              <a:t>7</a:t>
            </a:fld>
            <a:endParaRPr kumimoji="0" lang="en-US" altLang="en-US" sz="1400">
              <a:solidFill>
                <a:srgbClr val="000000"/>
              </a:solidFill>
              <a:latin typeface="Times New Roman" panose="02020603050405020304" pitchFamily="18" charset="0"/>
            </a:endParaRPr>
          </a:p>
        </p:txBody>
      </p:sp>
      <p:sp>
        <p:nvSpPr>
          <p:cNvPr id="64515" name="Rectangle 2">
            <a:extLst>
              <a:ext uri="{FF2B5EF4-FFF2-40B4-BE49-F238E27FC236}">
                <a16:creationId xmlns:a16="http://schemas.microsoft.com/office/drawing/2014/main" id="{6DA911A9-A19A-0614-F512-B3E32989DDE8}"/>
              </a:ext>
            </a:extLst>
          </p:cNvPr>
          <p:cNvSpPr>
            <a:spLocks noChangeArrowheads="1"/>
          </p:cNvSpPr>
          <p:nvPr/>
        </p:nvSpPr>
        <p:spPr bwMode="auto">
          <a:xfrm>
            <a:off x="228600" y="381000"/>
            <a:ext cx="86106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a:spcBef>
                <a:spcPct val="0"/>
              </a:spcBef>
              <a:buClrTx/>
              <a:buSzTx/>
              <a:buFontTx/>
              <a:buNone/>
            </a:pPr>
            <a:r>
              <a:rPr kumimoji="0" lang="en-US" altLang="en-US" sz="3000" b="1">
                <a:solidFill>
                  <a:srgbClr val="0070C0"/>
                </a:solidFill>
              </a:rPr>
              <a:t>Business Process Analysis (BPA)</a:t>
            </a:r>
            <a:br>
              <a:rPr kumimoji="0" lang="en-US" altLang="en-US" sz="3000" b="1">
                <a:solidFill>
                  <a:srgbClr val="000000"/>
                </a:solidFill>
              </a:rPr>
            </a:br>
            <a:r>
              <a:rPr kumimoji="0" lang="en-US" altLang="en-US" sz="3000" b="1">
                <a:solidFill>
                  <a:srgbClr val="0070C0"/>
                </a:solidFill>
              </a:rPr>
              <a:t>&amp; Business Process Improvement (BPI)</a:t>
            </a:r>
            <a:endParaRPr kumimoji="0" lang="en-US" altLang="en-US" sz="3000" b="1">
              <a:solidFill>
                <a:srgbClr val="000000"/>
              </a:solidFill>
            </a:endParaRPr>
          </a:p>
        </p:txBody>
      </p:sp>
      <p:sp>
        <p:nvSpPr>
          <p:cNvPr id="64516" name="Rectangle 3">
            <a:extLst>
              <a:ext uri="{FF2B5EF4-FFF2-40B4-BE49-F238E27FC236}">
                <a16:creationId xmlns:a16="http://schemas.microsoft.com/office/drawing/2014/main" id="{60E3713E-8BB7-AC18-E703-B9F61B8668BB}"/>
              </a:ext>
            </a:extLst>
          </p:cNvPr>
          <p:cNvSpPr>
            <a:spLocks noGrp="1" noChangeArrowheads="1"/>
          </p:cNvSpPr>
          <p:nvPr>
            <p:ph type="body" idx="1"/>
          </p:nvPr>
        </p:nvSpPr>
        <p:spPr>
          <a:xfrm>
            <a:off x="806450" y="1487488"/>
            <a:ext cx="7531100" cy="3886200"/>
          </a:xfrm>
        </p:spPr>
        <p:txBody>
          <a:bodyPr/>
          <a:lstStyle/>
          <a:p>
            <a:pPr marL="227013" indent="-227013">
              <a:spcAft>
                <a:spcPts val="600"/>
              </a:spcAft>
              <a:buFont typeface="Arial" panose="020B0604020202020204" pitchFamily="34" charset="0"/>
              <a:buChar char="•"/>
            </a:pPr>
            <a:r>
              <a:rPr lang="en-US" altLang="en-US" sz="2400" i="1">
                <a:solidFill>
                  <a:srgbClr val="C00000"/>
                </a:solidFill>
                <a:ea typeface="ＭＳ Ｐゴシック" panose="020B0600070205080204" pitchFamily="34" charset="-128"/>
              </a:rPr>
              <a:t>Business Process Analysis (BPA)</a:t>
            </a:r>
            <a:r>
              <a:rPr lang="en-US" altLang="en-US" sz="2400" b="1" i="1">
                <a:solidFill>
                  <a:srgbClr val="C00000"/>
                </a:solidFill>
                <a:ea typeface="ＭＳ Ｐゴシック" panose="020B0600070205080204" pitchFamily="34" charset="-128"/>
              </a:rPr>
              <a:t> </a:t>
            </a:r>
            <a:r>
              <a:rPr lang="en-US" altLang="en-US" sz="2400" i="1">
                <a:solidFill>
                  <a:srgbClr val="000099"/>
                </a:solidFill>
                <a:ea typeface="ＭＳ Ｐゴシック" panose="020B0600070205080204" pitchFamily="34" charset="-128"/>
              </a:rPr>
              <a:t>is the study of the process </a:t>
            </a:r>
            <a:r>
              <a:rPr lang="en-US" altLang="en-US" sz="2400" i="1">
                <a:solidFill>
                  <a:srgbClr val="C00000"/>
                </a:solidFill>
                <a:ea typeface="ＭＳ Ｐゴシック" panose="020B0600070205080204" pitchFamily="34" charset="-128"/>
              </a:rPr>
              <a:t>steps, decisions, </a:t>
            </a:r>
            <a:r>
              <a:rPr lang="en-US" altLang="en-US" sz="2400" i="1">
                <a:solidFill>
                  <a:srgbClr val="000099"/>
                </a:solidFill>
                <a:ea typeface="ＭＳ Ｐゴシック" panose="020B0600070205080204" pitchFamily="34" charset="-128"/>
              </a:rPr>
              <a:t>and </a:t>
            </a:r>
            <a:r>
              <a:rPr lang="en-US" altLang="en-US" sz="2400" i="1">
                <a:solidFill>
                  <a:srgbClr val="C00000"/>
                </a:solidFill>
                <a:ea typeface="ＭＳ Ｐゴシック" panose="020B0600070205080204" pitchFamily="34" charset="-128"/>
              </a:rPr>
              <a:t>workflows</a:t>
            </a:r>
            <a:r>
              <a:rPr lang="en-US" altLang="en-US" sz="2400" i="1">
                <a:solidFill>
                  <a:srgbClr val="000099"/>
                </a:solidFill>
                <a:ea typeface="ＭＳ Ｐゴシック" panose="020B0600070205080204" pitchFamily="34" charset="-128"/>
              </a:rPr>
              <a:t> involved in a </a:t>
            </a:r>
            <a:r>
              <a:rPr lang="en-US" altLang="en-US" sz="2400" i="1">
                <a:solidFill>
                  <a:srgbClr val="C00000"/>
                </a:solidFill>
                <a:ea typeface="ＭＳ Ｐゴシック" panose="020B0600070205080204" pitchFamily="34" charset="-128"/>
              </a:rPr>
              <a:t>current</a:t>
            </a:r>
            <a:r>
              <a:rPr lang="en-US" altLang="en-US" sz="2400" i="1">
                <a:solidFill>
                  <a:srgbClr val="000099"/>
                </a:solidFill>
                <a:ea typeface="ＭＳ Ｐゴシック" panose="020B0600070205080204" pitchFamily="34" charset="-128"/>
              </a:rPr>
              <a:t> (i.e., </a:t>
            </a:r>
            <a:r>
              <a:rPr lang="en-US" altLang="en-US" sz="2400" i="1">
                <a:solidFill>
                  <a:srgbClr val="C00000"/>
                </a:solidFill>
                <a:ea typeface="ＭＳ Ｐゴシック" panose="020B0600070205080204" pitchFamily="34" charset="-128"/>
              </a:rPr>
              <a:t>baseline</a:t>
            </a:r>
            <a:r>
              <a:rPr lang="en-US" altLang="en-US" sz="2400" i="1">
                <a:solidFill>
                  <a:srgbClr val="000099"/>
                </a:solidFill>
                <a:ea typeface="ＭＳ Ｐゴシック" panose="020B0600070205080204" pitchFamily="34" charset="-128"/>
              </a:rPr>
              <a:t>) business process,</a:t>
            </a:r>
          </a:p>
          <a:p>
            <a:pPr marL="227013" indent="-227013">
              <a:spcAft>
                <a:spcPts val="600"/>
              </a:spcAft>
              <a:buFont typeface="Arial" panose="020B0604020202020204" pitchFamily="34" charset="0"/>
              <a:buChar char="•"/>
            </a:pPr>
            <a:r>
              <a:rPr lang="en-US" altLang="en-US" sz="2400" i="1">
                <a:solidFill>
                  <a:srgbClr val="000099"/>
                </a:solidFill>
                <a:ea typeface="ＭＳ Ｐゴシック" panose="020B0600070205080204" pitchFamily="34" charset="-128"/>
              </a:rPr>
              <a:t>Undertaken to </a:t>
            </a:r>
            <a:r>
              <a:rPr lang="en-US" altLang="en-US" sz="2400" i="1">
                <a:solidFill>
                  <a:srgbClr val="C00000"/>
                </a:solidFill>
                <a:ea typeface="ＭＳ Ｐゴシック" panose="020B0600070205080204" pitchFamily="34" charset="-128"/>
              </a:rPr>
              <a:t>document</a:t>
            </a:r>
            <a:r>
              <a:rPr lang="en-US" altLang="en-US" sz="2400" i="1">
                <a:solidFill>
                  <a:srgbClr val="000099"/>
                </a:solidFill>
                <a:ea typeface="ＭＳ Ｐゴシック" panose="020B0600070205080204" pitchFamily="34" charset="-128"/>
              </a:rPr>
              <a:t> and </a:t>
            </a:r>
            <a:r>
              <a:rPr lang="en-US" altLang="en-US" sz="2400" i="1">
                <a:solidFill>
                  <a:srgbClr val="C00000"/>
                </a:solidFill>
                <a:ea typeface="ＭＳ Ｐゴシック" panose="020B0600070205080204" pitchFamily="34" charset="-128"/>
              </a:rPr>
              <a:t>understand </a:t>
            </a:r>
            <a:r>
              <a:rPr lang="en-US" altLang="en-US" sz="2400" i="1">
                <a:solidFill>
                  <a:srgbClr val="000099"/>
                </a:solidFill>
                <a:ea typeface="ＭＳ Ｐゴシック" panose="020B0600070205080204" pitchFamily="34" charset="-128"/>
              </a:rPr>
              <a:t>it </a:t>
            </a:r>
          </a:p>
          <a:p>
            <a:pPr marL="227013" indent="-227013">
              <a:spcAft>
                <a:spcPts val="600"/>
              </a:spcAft>
              <a:buFont typeface="Arial" panose="020B0604020202020204" pitchFamily="34" charset="0"/>
              <a:buChar char="•"/>
            </a:pPr>
            <a:r>
              <a:rPr lang="en-US" altLang="en-US" sz="2400" i="1">
                <a:solidFill>
                  <a:srgbClr val="000099"/>
                </a:solidFill>
                <a:ea typeface="ＭＳ Ｐゴシック" panose="020B0600070205080204" pitchFamily="34" charset="-128"/>
              </a:rPr>
              <a:t>And then conceptualize and formulate a </a:t>
            </a:r>
            <a:r>
              <a:rPr lang="en-US" altLang="en-US" sz="2400" i="1">
                <a:solidFill>
                  <a:srgbClr val="C00000"/>
                </a:solidFill>
                <a:ea typeface="ＭＳ Ｐゴシック" panose="020B0600070205080204" pitchFamily="34" charset="-128"/>
              </a:rPr>
              <a:t>new</a:t>
            </a:r>
            <a:r>
              <a:rPr lang="en-US" altLang="en-US" sz="2400" i="1">
                <a:solidFill>
                  <a:srgbClr val="000099"/>
                </a:solidFill>
                <a:ea typeface="ＭＳ Ｐゴシック" panose="020B0600070205080204" pitchFamily="34" charset="-128"/>
              </a:rPr>
              <a:t> or revised (i.e., </a:t>
            </a:r>
            <a:r>
              <a:rPr lang="en-US" altLang="en-US" sz="2400" i="1">
                <a:solidFill>
                  <a:srgbClr val="C00000"/>
                </a:solidFill>
                <a:ea typeface="ＭＳ Ｐゴシック" panose="020B0600070205080204" pitchFamily="34" charset="-128"/>
              </a:rPr>
              <a:t>target</a:t>
            </a:r>
            <a:r>
              <a:rPr lang="en-US" altLang="en-US" sz="2400" i="1">
                <a:solidFill>
                  <a:srgbClr val="000099"/>
                </a:solidFill>
                <a:ea typeface="ＭＳ Ｐゴシック" panose="020B0600070205080204" pitchFamily="34" charset="-128"/>
              </a:rPr>
              <a:t>) business process </a:t>
            </a:r>
            <a:r>
              <a:rPr lang="en-US" altLang="en-US" sz="2400" i="1">
                <a:solidFill>
                  <a:srgbClr val="000099"/>
                </a:solidFill>
                <a:ea typeface="ＭＳ Ｐゴシック" panose="020B0600070205080204" pitchFamily="34" charset="-128"/>
                <a:sym typeface="Wingdings" panose="05000000000000000000" pitchFamily="2" charset="2"/>
              </a:rPr>
              <a:t> resulting in  </a:t>
            </a:r>
            <a:r>
              <a:rPr lang="en-US" altLang="en-US" sz="2400" i="1">
                <a:solidFill>
                  <a:srgbClr val="C00000"/>
                </a:solidFill>
                <a:ea typeface="ＭＳ Ｐゴシック" panose="020B0600070205080204" pitchFamily="34" charset="-128"/>
                <a:sym typeface="Wingdings" panose="05000000000000000000" pitchFamily="2" charset="2"/>
              </a:rPr>
              <a:t>Business Process Improvements (BPI).</a:t>
            </a:r>
            <a:endParaRPr lang="en-US" altLang="en-US" sz="2400" i="1">
              <a:solidFill>
                <a:srgbClr val="C00000"/>
              </a:solidFill>
              <a:ea typeface="ＭＳ Ｐゴシック" panose="020B0600070205080204" pitchFamily="34" charset="-128"/>
            </a:endParaRPr>
          </a:p>
        </p:txBody>
      </p:sp>
      <p:pic>
        <p:nvPicPr>
          <p:cNvPr id="5" name="Picture 5">
            <a:extLst>
              <a:ext uri="{FF2B5EF4-FFF2-40B4-BE49-F238E27FC236}">
                <a16:creationId xmlns:a16="http://schemas.microsoft.com/office/drawing/2014/main" id="{36D7EDDD-E425-8A57-305F-A576A931A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2025" y="4876800"/>
            <a:ext cx="10048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2" name="TextBox 1">
            <a:extLst>
              <a:ext uri="{FF2B5EF4-FFF2-40B4-BE49-F238E27FC236}">
                <a16:creationId xmlns:a16="http://schemas.microsoft.com/office/drawing/2014/main" id="{5DED2FED-720D-1CFB-6D32-4B20CD06BD4B}"/>
              </a:ext>
            </a:extLst>
          </p:cNvPr>
          <p:cNvSpPr txBox="1">
            <a:spLocks noChangeArrowheads="1"/>
          </p:cNvSpPr>
          <p:nvPr/>
        </p:nvSpPr>
        <p:spPr bwMode="auto">
          <a:xfrm>
            <a:off x="2057400" y="5649913"/>
            <a:ext cx="13414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solidFill>
                  <a:srgbClr val="0070C0"/>
                </a:solidFill>
              </a:rPr>
              <a:t>Baseline</a:t>
            </a:r>
            <a:br>
              <a:rPr lang="en-US" altLang="en-US" sz="1800">
                <a:solidFill>
                  <a:srgbClr val="0070C0"/>
                </a:solidFill>
              </a:rPr>
            </a:br>
            <a:r>
              <a:rPr lang="en-US" altLang="en-US" sz="1800">
                <a:solidFill>
                  <a:srgbClr val="0070C0"/>
                </a:solidFill>
              </a:rPr>
              <a:t>Process</a:t>
            </a:r>
          </a:p>
        </p:txBody>
      </p:sp>
      <p:pic>
        <p:nvPicPr>
          <p:cNvPr id="7" name="Picture 5">
            <a:extLst>
              <a:ext uri="{FF2B5EF4-FFF2-40B4-BE49-F238E27FC236}">
                <a16:creationId xmlns:a16="http://schemas.microsoft.com/office/drawing/2014/main" id="{391BA4D5-F322-FCE7-5AA0-F6E9C28DD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2500" y="4876800"/>
            <a:ext cx="10048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8" name="TextBox 7">
            <a:extLst>
              <a:ext uri="{FF2B5EF4-FFF2-40B4-BE49-F238E27FC236}">
                <a16:creationId xmlns:a16="http://schemas.microsoft.com/office/drawing/2014/main" id="{5E529061-5498-E56B-F975-430FB1ACEA13}"/>
              </a:ext>
            </a:extLst>
          </p:cNvPr>
          <p:cNvSpPr txBox="1">
            <a:spLocks noChangeArrowheads="1"/>
          </p:cNvSpPr>
          <p:nvPr/>
        </p:nvSpPr>
        <p:spPr bwMode="auto">
          <a:xfrm>
            <a:off x="5897563" y="5649913"/>
            <a:ext cx="14351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solidFill>
                  <a:srgbClr val="0070C0"/>
                </a:solidFill>
              </a:rPr>
              <a:t>Target (Improved) Process</a:t>
            </a:r>
          </a:p>
        </p:txBody>
      </p:sp>
      <p:sp>
        <p:nvSpPr>
          <p:cNvPr id="9" name="TextBox 8">
            <a:extLst>
              <a:ext uri="{FF2B5EF4-FFF2-40B4-BE49-F238E27FC236}">
                <a16:creationId xmlns:a16="http://schemas.microsoft.com/office/drawing/2014/main" id="{D2741F45-DE9D-1C08-7105-FD73DE695269}"/>
              </a:ext>
            </a:extLst>
          </p:cNvPr>
          <p:cNvSpPr txBox="1">
            <a:spLocks noChangeArrowheads="1"/>
          </p:cNvSpPr>
          <p:nvPr/>
        </p:nvSpPr>
        <p:spPr bwMode="auto">
          <a:xfrm>
            <a:off x="4068763" y="5649913"/>
            <a:ext cx="115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solidFill>
                  <a:srgbClr val="0070C0"/>
                </a:solidFill>
              </a:rPr>
              <a:t>Analysis</a:t>
            </a:r>
          </a:p>
        </p:txBody>
      </p:sp>
      <p:sp>
        <p:nvSpPr>
          <p:cNvPr id="3" name="Down Arrow 2">
            <a:extLst>
              <a:ext uri="{FF2B5EF4-FFF2-40B4-BE49-F238E27FC236}">
                <a16:creationId xmlns:a16="http://schemas.microsoft.com/office/drawing/2014/main" id="{44A7BEAA-A7D4-2B46-C2E1-C32C25A4A8A7}"/>
              </a:ext>
            </a:extLst>
          </p:cNvPr>
          <p:cNvSpPr>
            <a:spLocks noChangeArrowheads="1"/>
          </p:cNvSpPr>
          <p:nvPr/>
        </p:nvSpPr>
        <p:spPr bwMode="auto">
          <a:xfrm rot="-5400000">
            <a:off x="3554413" y="5203825"/>
            <a:ext cx="457200" cy="412750"/>
          </a:xfrm>
          <a:prstGeom prst="downArrow">
            <a:avLst>
              <a:gd name="adj1" fmla="val 50000"/>
              <a:gd name="adj2" fmla="val 50000"/>
            </a:avLst>
          </a:prstGeom>
          <a:solidFill>
            <a:srgbClr val="0070C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endParaRPr kumimoji="0" lang="en-US" altLang="en-US" sz="2400">
              <a:solidFill>
                <a:srgbClr val="0070C0"/>
              </a:solidFill>
              <a:latin typeface="Times New Roman" panose="02020603050405020304" pitchFamily="18" charset="0"/>
            </a:endParaRPr>
          </a:p>
        </p:txBody>
      </p:sp>
      <p:sp>
        <p:nvSpPr>
          <p:cNvPr id="12" name="Down Arrow 11">
            <a:extLst>
              <a:ext uri="{FF2B5EF4-FFF2-40B4-BE49-F238E27FC236}">
                <a16:creationId xmlns:a16="http://schemas.microsoft.com/office/drawing/2014/main" id="{BA0DDEA4-C10C-3A48-81F3-DFAF9CD7B2E8}"/>
              </a:ext>
            </a:extLst>
          </p:cNvPr>
          <p:cNvSpPr>
            <a:spLocks noChangeArrowheads="1"/>
          </p:cNvSpPr>
          <p:nvPr/>
        </p:nvSpPr>
        <p:spPr bwMode="auto">
          <a:xfrm rot="-5400000">
            <a:off x="5383213" y="5203825"/>
            <a:ext cx="457200" cy="412750"/>
          </a:xfrm>
          <a:prstGeom prst="downArrow">
            <a:avLst>
              <a:gd name="adj1" fmla="val 50000"/>
              <a:gd name="adj2" fmla="val 50000"/>
            </a:avLst>
          </a:prstGeom>
          <a:solidFill>
            <a:srgbClr val="0070C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endParaRPr kumimoji="0" lang="en-US" altLang="en-US" sz="2400">
              <a:solidFill>
                <a:srgbClr val="000000"/>
              </a:solidFill>
              <a:latin typeface="Times New Roman" panose="02020603050405020304" pitchFamily="18" charset="0"/>
            </a:endParaRPr>
          </a:p>
        </p:txBody>
      </p:sp>
      <p:pic>
        <p:nvPicPr>
          <p:cNvPr id="4" name="Picture 3">
            <a:extLst>
              <a:ext uri="{FF2B5EF4-FFF2-40B4-BE49-F238E27FC236}">
                <a16:creationId xmlns:a16="http://schemas.microsoft.com/office/drawing/2014/main" id="{8F55B961-B074-15B7-3DE5-29AA91D8F2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511175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1500"/>
                                        <p:tgtEl>
                                          <p:spTgt spid="2"/>
                                        </p:tgtEl>
                                      </p:cBhvr>
                                    </p:animEffect>
                                  </p:childTnLst>
                                </p:cTn>
                              </p:par>
                              <p:par>
                                <p:cTn id="11" presetID="22" presetClass="entr" presetSubtype="8"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1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15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1500"/>
                                        <p:tgtEl>
                                          <p:spTgt spid="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500"/>
                                        <p:tgtEl>
                                          <p:spTgt spid="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1500"/>
                                        <p:tgtEl>
                                          <p:spTgt spid="12"/>
                                        </p:tgtEl>
                                      </p:cBhvr>
                                    </p:animEffect>
                                  </p:childTnLst>
                                </p:cTn>
                              </p:par>
                              <p:par>
                                <p:cTn id="26" presetID="22" presetClass="entr" presetSubtype="8"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1500"/>
                                        <p:tgtEl>
                                          <p:spTgt spid="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2" grpId="0"/>
      <p:bldP spid="8" grpId="0"/>
      <p:bldP spid="9" grpId="0"/>
      <p:bldP spid="3"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3">
            <a:extLst>
              <a:ext uri="{FF2B5EF4-FFF2-40B4-BE49-F238E27FC236}">
                <a16:creationId xmlns:a16="http://schemas.microsoft.com/office/drawing/2014/main" id="{D17254E4-DE71-DC7A-E438-AC47395510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0" hangingPunct="0">
              <a:spcBef>
                <a:spcPct val="0"/>
              </a:spcBef>
              <a:buClrTx/>
              <a:buSzTx/>
              <a:buFontTx/>
              <a:buNone/>
            </a:pPr>
            <a:fld id="{4533216C-CB57-4FE3-9C9B-2BB125F84525}" type="slidenum">
              <a:rPr kumimoji="0" lang="en-US" altLang="en-US" sz="1400" smtClean="0">
                <a:latin typeface="Times New Roman" panose="02020603050405020304" pitchFamily="18" charset="0"/>
              </a:rPr>
              <a:pPr eaLnBrk="0" hangingPunct="0">
                <a:spcBef>
                  <a:spcPct val="0"/>
                </a:spcBef>
                <a:buClrTx/>
                <a:buSzTx/>
                <a:buFontTx/>
                <a:buNone/>
              </a:pPr>
              <a:t>8</a:t>
            </a:fld>
            <a:endParaRPr kumimoji="0" lang="en-US" altLang="en-US" sz="1400">
              <a:latin typeface="Times New Roman" panose="02020603050405020304" pitchFamily="18" charset="0"/>
            </a:endParaRPr>
          </a:p>
        </p:txBody>
      </p:sp>
      <p:sp>
        <p:nvSpPr>
          <p:cNvPr id="66563" name="Rectangle 2">
            <a:extLst>
              <a:ext uri="{FF2B5EF4-FFF2-40B4-BE49-F238E27FC236}">
                <a16:creationId xmlns:a16="http://schemas.microsoft.com/office/drawing/2014/main" id="{7A95F256-7B4D-6847-2EBC-2890B7C66949}"/>
              </a:ext>
            </a:extLst>
          </p:cNvPr>
          <p:cNvSpPr>
            <a:spLocks noChangeArrowheads="1"/>
          </p:cNvSpPr>
          <p:nvPr/>
        </p:nvSpPr>
        <p:spPr bwMode="auto">
          <a:xfrm>
            <a:off x="1295400" y="152400"/>
            <a:ext cx="655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a:spcBef>
                <a:spcPct val="0"/>
              </a:spcBef>
              <a:buClrTx/>
              <a:buSzTx/>
              <a:buFontTx/>
              <a:buNone/>
            </a:pPr>
            <a:r>
              <a:rPr lang="en-US" altLang="en-US" sz="3600" b="1">
                <a:solidFill>
                  <a:schemeClr val="accent2"/>
                </a:solidFill>
                <a:latin typeface="Comic Sans MS" panose="030F0702030302020204" pitchFamily="66" charset="0"/>
              </a:rPr>
              <a:t>BPA Objectives</a:t>
            </a:r>
          </a:p>
        </p:txBody>
      </p:sp>
      <p:sp>
        <p:nvSpPr>
          <p:cNvPr id="21508" name="Rectangle 3">
            <a:extLst>
              <a:ext uri="{FF2B5EF4-FFF2-40B4-BE49-F238E27FC236}">
                <a16:creationId xmlns:a16="http://schemas.microsoft.com/office/drawing/2014/main" id="{BC01B59B-DFA1-CAF1-AADB-A7D61700CE1E}"/>
              </a:ext>
            </a:extLst>
          </p:cNvPr>
          <p:cNvSpPr>
            <a:spLocks noGrp="1" noChangeArrowheads="1"/>
          </p:cNvSpPr>
          <p:nvPr>
            <p:ph type="body" idx="1"/>
          </p:nvPr>
        </p:nvSpPr>
        <p:spPr>
          <a:xfrm>
            <a:off x="381000" y="1066800"/>
            <a:ext cx="8458200" cy="5181600"/>
          </a:xfrm>
        </p:spPr>
        <p:txBody>
          <a:bodyPr/>
          <a:lstStyle/>
          <a:p>
            <a:pPr marL="171450" indent="-171450">
              <a:spcAft>
                <a:spcPts val="600"/>
              </a:spcAft>
              <a:buClr>
                <a:srgbClr val="000099"/>
              </a:buClr>
              <a:buFont typeface="Arial" panose="020B0604020202020204" pitchFamily="34" charset="0"/>
              <a:buChar char="•"/>
              <a:defRPr/>
            </a:pPr>
            <a:r>
              <a:rPr lang="en-US" altLang="en-US" sz="2200" dirty="0">
                <a:solidFill>
                  <a:srgbClr val="000099"/>
                </a:solidFill>
                <a:ea typeface="ＭＳ Ｐゴシック" panose="020B0600070205080204" pitchFamily="34" charset="-128"/>
              </a:rPr>
              <a:t>Identify and understand a client’s </a:t>
            </a:r>
            <a:r>
              <a:rPr lang="en-US" altLang="en-US" sz="2200" dirty="0">
                <a:solidFill>
                  <a:srgbClr val="C00000"/>
                </a:solidFill>
                <a:ea typeface="ＭＳ Ｐゴシック" panose="020B0600070205080204" pitchFamily="34" charset="-128"/>
              </a:rPr>
              <a:t>business problem</a:t>
            </a:r>
          </a:p>
          <a:p>
            <a:pPr marL="171450" indent="-171450">
              <a:spcAft>
                <a:spcPts val="600"/>
              </a:spcAft>
              <a:buClr>
                <a:srgbClr val="000099"/>
              </a:buClr>
              <a:buFont typeface="Arial" panose="020B0604020202020204" pitchFamily="34" charset="0"/>
              <a:buChar char="•"/>
              <a:defRPr/>
            </a:pPr>
            <a:r>
              <a:rPr lang="en-US" altLang="en-US" sz="2200" dirty="0">
                <a:solidFill>
                  <a:srgbClr val="000099"/>
                </a:solidFill>
                <a:ea typeface="ＭＳ Ｐゴシック" panose="020B0600070205080204" pitchFamily="34" charset="-128"/>
              </a:rPr>
              <a:t>Elicit, discover, gather &amp; document </a:t>
            </a:r>
            <a:r>
              <a:rPr lang="en-US" altLang="en-US" sz="2200" dirty="0">
                <a:solidFill>
                  <a:srgbClr val="C00000"/>
                </a:solidFill>
                <a:ea typeface="ＭＳ Ｐゴシック" panose="020B0600070205080204" pitchFamily="34" charset="-128"/>
              </a:rPr>
              <a:t>client </a:t>
            </a:r>
            <a:r>
              <a:rPr lang="en-US" altLang="en-US" sz="2200" dirty="0">
                <a:solidFill>
                  <a:srgbClr val="000099"/>
                </a:solidFill>
                <a:ea typeface="ＭＳ Ｐゴシック" panose="020B0600070205080204" pitchFamily="34" charset="-128"/>
              </a:rPr>
              <a:t>or</a:t>
            </a:r>
            <a:r>
              <a:rPr lang="en-US" altLang="en-US" sz="2200" dirty="0">
                <a:solidFill>
                  <a:srgbClr val="C00000"/>
                </a:solidFill>
                <a:ea typeface="ＭＳ Ｐゴシック" panose="020B0600070205080204" pitchFamily="34" charset="-128"/>
              </a:rPr>
              <a:t> product requirements</a:t>
            </a:r>
          </a:p>
          <a:p>
            <a:pPr marL="171450" indent="-171450">
              <a:spcAft>
                <a:spcPts val="600"/>
              </a:spcAft>
              <a:buClr>
                <a:srgbClr val="000099"/>
              </a:buClr>
              <a:buFont typeface="Arial" panose="020B0604020202020204" pitchFamily="34" charset="0"/>
              <a:buChar char="•"/>
              <a:defRPr/>
            </a:pPr>
            <a:r>
              <a:rPr lang="en-US" altLang="en-US" sz="2200" dirty="0">
                <a:solidFill>
                  <a:srgbClr val="000099"/>
                </a:solidFill>
                <a:ea typeface="ＭＳ Ｐゴシック" panose="020B0600070205080204" pitchFamily="34" charset="-128"/>
              </a:rPr>
              <a:t>Analyze/understand the </a:t>
            </a:r>
            <a:r>
              <a:rPr lang="en-US" altLang="en-US" sz="2200" dirty="0">
                <a:solidFill>
                  <a:srgbClr val="C00000"/>
                </a:solidFill>
                <a:ea typeface="ＭＳ Ｐゴシック" panose="020B0600070205080204" pitchFamily="34" charset="-128"/>
              </a:rPr>
              <a:t>baseline BP</a:t>
            </a:r>
            <a:r>
              <a:rPr lang="en-US" altLang="en-US" sz="2200" dirty="0">
                <a:solidFill>
                  <a:srgbClr val="000099"/>
                </a:solidFill>
                <a:ea typeface="ＭＳ Ｐゴシック" panose="020B0600070205080204" pitchFamily="34" charset="-128"/>
              </a:rPr>
              <a:t> (i.e., </a:t>
            </a:r>
            <a:r>
              <a:rPr lang="en-US" altLang="en-US" sz="2200" dirty="0">
                <a:solidFill>
                  <a:srgbClr val="C00000"/>
                </a:solidFill>
                <a:ea typeface="ＭＳ Ｐゴシック" panose="020B0600070205080204" pitchFamily="34" charset="-128"/>
              </a:rPr>
              <a:t>the present work</a:t>
            </a:r>
            <a:r>
              <a:rPr lang="en-US" altLang="en-US" sz="2200" dirty="0">
                <a:solidFill>
                  <a:srgbClr val="000099"/>
                </a:solidFill>
                <a:ea typeface="ＭＳ Ｐゴシック" panose="020B0600070205080204" pitchFamily="34" charset="-128"/>
              </a:rPr>
              <a:t>)</a:t>
            </a:r>
          </a:p>
          <a:p>
            <a:pPr marL="171450" indent="-171450">
              <a:spcAft>
                <a:spcPts val="600"/>
              </a:spcAft>
              <a:buClr>
                <a:srgbClr val="000099"/>
              </a:buClr>
              <a:buFont typeface="Arial" panose="020B0604020202020204" pitchFamily="34" charset="0"/>
              <a:buChar char="•"/>
              <a:defRPr/>
            </a:pPr>
            <a:r>
              <a:rPr lang="en-US" altLang="en-US" sz="2200" dirty="0">
                <a:solidFill>
                  <a:srgbClr val="000099"/>
                </a:solidFill>
                <a:ea typeface="ＭＳ Ｐゴシック" panose="020B0600070205080204" pitchFamily="34" charset="-128"/>
              </a:rPr>
              <a:t>Conceptualize business process </a:t>
            </a:r>
            <a:r>
              <a:rPr lang="en-US" altLang="en-US" sz="2200" dirty="0">
                <a:solidFill>
                  <a:srgbClr val="C00000"/>
                </a:solidFill>
                <a:ea typeface="ＭＳ Ｐゴシック" panose="020B0600070205080204" pitchFamily="34" charset="-128"/>
              </a:rPr>
              <a:t>improvements and solutions</a:t>
            </a:r>
          </a:p>
          <a:p>
            <a:pPr marL="171450" indent="-171450">
              <a:spcAft>
                <a:spcPts val="1200"/>
              </a:spcAft>
              <a:buClr>
                <a:srgbClr val="000099"/>
              </a:buClr>
              <a:buFont typeface="Arial" panose="020B0604020202020204" pitchFamily="34" charset="0"/>
              <a:buChar char="•"/>
              <a:defRPr/>
            </a:pPr>
            <a:r>
              <a:rPr lang="en-US" altLang="en-US" sz="2200" dirty="0">
                <a:solidFill>
                  <a:srgbClr val="000099"/>
                </a:solidFill>
                <a:ea typeface="ＭＳ Ｐゴシック" panose="020B0600070205080204" pitchFamily="34" charset="-128"/>
              </a:rPr>
              <a:t>Formulate a </a:t>
            </a:r>
            <a:r>
              <a:rPr lang="en-US" altLang="en-US" sz="2200" dirty="0">
                <a:solidFill>
                  <a:srgbClr val="C00000"/>
                </a:solidFill>
                <a:ea typeface="ＭＳ Ｐゴシック" panose="020B0600070205080204" pitchFamily="34" charset="-128"/>
              </a:rPr>
              <a:t>target BP</a:t>
            </a:r>
          </a:p>
          <a:p>
            <a:pPr marL="0" indent="0">
              <a:spcAft>
                <a:spcPts val="600"/>
              </a:spcAft>
              <a:buClr>
                <a:srgbClr val="000099"/>
              </a:buClr>
              <a:buFont typeface="Monotype Sorts" pitchFamily="2" charset="2"/>
              <a:buNone/>
              <a:defRPr/>
            </a:pPr>
            <a:r>
              <a:rPr lang="en-US" altLang="en-US" sz="2200" dirty="0">
                <a:solidFill>
                  <a:srgbClr val="000099"/>
                </a:solidFill>
                <a:ea typeface="ＭＳ Ｐゴシック" panose="020B0600070205080204" pitchFamily="34" charset="-128"/>
              </a:rPr>
              <a:t>Also, often:</a:t>
            </a:r>
          </a:p>
          <a:p>
            <a:pPr marL="288925" indent="-288925">
              <a:spcAft>
                <a:spcPts val="600"/>
              </a:spcAft>
              <a:buClr>
                <a:srgbClr val="000099"/>
              </a:buClr>
              <a:buFontTx/>
              <a:buAutoNum type="arabicPeriod"/>
              <a:defRPr/>
            </a:pPr>
            <a:r>
              <a:rPr lang="en-US" altLang="en-US" sz="2200" dirty="0">
                <a:solidFill>
                  <a:srgbClr val="000099"/>
                </a:solidFill>
                <a:ea typeface="ＭＳ Ｐゴシック" panose="020B0600070205080204" pitchFamily="34" charset="-128"/>
              </a:rPr>
              <a:t>If some improvements will be handled by a </a:t>
            </a:r>
            <a:r>
              <a:rPr lang="en-US" altLang="en-US" sz="2200" dirty="0">
                <a:solidFill>
                  <a:srgbClr val="C00000"/>
                </a:solidFill>
                <a:ea typeface="ＭＳ Ｐゴシック" panose="020B0600070205080204" pitchFamily="34" charset="-128"/>
              </a:rPr>
              <a:t>system</a:t>
            </a:r>
            <a:r>
              <a:rPr lang="en-US" altLang="en-US" sz="2200" dirty="0">
                <a:solidFill>
                  <a:srgbClr val="000099"/>
                </a:solidFill>
                <a:ea typeface="ＭＳ Ｐゴシック" panose="020B0600070205080204" pitchFamily="34" charset="-128"/>
              </a:rPr>
              <a:t> (or </a:t>
            </a:r>
            <a:r>
              <a:rPr lang="en-US" altLang="en-US" sz="2200" dirty="0">
                <a:solidFill>
                  <a:srgbClr val="C00000"/>
                </a:solidFill>
                <a:ea typeface="ＭＳ Ｐゴシック" panose="020B0600070205080204" pitchFamily="34" charset="-128"/>
              </a:rPr>
              <a:t>application</a:t>
            </a:r>
            <a:r>
              <a:rPr lang="en-US" altLang="en-US" sz="2200" dirty="0">
                <a:solidFill>
                  <a:srgbClr val="000099"/>
                </a:solidFill>
                <a:ea typeface="ＭＳ Ｐゴシック" panose="020B0600070205080204" pitchFamily="34" charset="-128"/>
              </a:rPr>
              <a:t>), specify its </a:t>
            </a:r>
            <a:r>
              <a:rPr lang="en-US" altLang="en-US" sz="2200" dirty="0">
                <a:solidFill>
                  <a:srgbClr val="C00000"/>
                </a:solidFill>
                <a:ea typeface="ＭＳ Ｐゴシック" panose="020B0600070205080204" pitchFamily="34" charset="-128"/>
              </a:rPr>
              <a:t>functionality </a:t>
            </a:r>
            <a:r>
              <a:rPr lang="en-US" altLang="en-US" sz="2200" dirty="0">
                <a:solidFill>
                  <a:srgbClr val="000099"/>
                </a:solidFill>
                <a:ea typeface="ＭＳ Ｐゴシック" panose="020B0600070205080204" pitchFamily="34" charset="-128"/>
              </a:rPr>
              <a:t>to support the target BP</a:t>
            </a:r>
          </a:p>
          <a:p>
            <a:pPr marL="288925" indent="-288925">
              <a:spcAft>
                <a:spcPts val="600"/>
              </a:spcAft>
              <a:buClr>
                <a:srgbClr val="000099"/>
              </a:buClr>
              <a:buFontTx/>
              <a:buAutoNum type="arabicPeriod"/>
              <a:defRPr/>
            </a:pPr>
            <a:r>
              <a:rPr lang="en-US" altLang="en-US" sz="2200" dirty="0">
                <a:solidFill>
                  <a:srgbClr val="000099"/>
                </a:solidFill>
                <a:ea typeface="ＭＳ Ｐゴシック" panose="020B0600070205080204" pitchFamily="34" charset="-128"/>
              </a:rPr>
              <a:t>Identify and specify the basic </a:t>
            </a:r>
            <a:r>
              <a:rPr lang="en-US" altLang="en-US" sz="2200" dirty="0">
                <a:solidFill>
                  <a:srgbClr val="C00000"/>
                </a:solidFill>
                <a:ea typeface="ＭＳ Ｐゴシック" panose="020B0600070205080204" pitchFamily="34" charset="-128"/>
              </a:rPr>
              <a:t>data requirements </a:t>
            </a:r>
            <a:r>
              <a:rPr lang="en-US" altLang="en-US" sz="2200" dirty="0">
                <a:solidFill>
                  <a:srgbClr val="000099"/>
                </a:solidFill>
                <a:ea typeface="ＭＳ Ｐゴシック" panose="020B0600070205080204" pitchFamily="34" charset="-128"/>
              </a:rPr>
              <a:t>to support the target BP and system functionality</a:t>
            </a:r>
          </a:p>
          <a:p>
            <a:pPr marL="288925" indent="-288925">
              <a:spcAft>
                <a:spcPts val="600"/>
              </a:spcAft>
              <a:buClr>
                <a:srgbClr val="000099"/>
              </a:buClr>
              <a:buFontTx/>
              <a:buAutoNum type="arabicPeriod"/>
              <a:defRPr/>
            </a:pPr>
            <a:r>
              <a:rPr lang="en-US" altLang="en-US" sz="2200" dirty="0">
                <a:solidFill>
                  <a:srgbClr val="C00000"/>
                </a:solidFill>
                <a:ea typeface="ＭＳ Ｐゴシック" panose="020B0600070205080204" pitchFamily="34" charset="-128"/>
              </a:rPr>
              <a:t>Document</a:t>
            </a:r>
            <a:r>
              <a:rPr lang="en-US" altLang="en-US" sz="2200" dirty="0">
                <a:solidFill>
                  <a:srgbClr val="000099"/>
                </a:solidFill>
                <a:ea typeface="ＭＳ Ｐゴシック" panose="020B0600070205080204" pitchFamily="34" charset="-128"/>
              </a:rPr>
              <a:t> the target BP with descriptions, diagrams, and models </a:t>
            </a:r>
            <a:r>
              <a:rPr lang="en-US" altLang="en-US" sz="2200" dirty="0">
                <a:solidFill>
                  <a:srgbClr val="000099"/>
                </a:solidFill>
                <a:ea typeface="ＭＳ Ｐゴシック" panose="020B0600070205080204" pitchFamily="34" charset="-128"/>
                <a:sym typeface="Wingdings" panose="05000000000000000000" pitchFamily="2" charset="2"/>
              </a:rPr>
              <a:t> important to achieve common ground with your client</a:t>
            </a:r>
            <a:endParaRPr lang="en-US" altLang="en-US" sz="2200" dirty="0">
              <a:solidFill>
                <a:srgbClr val="000099"/>
              </a:solidFill>
              <a:ea typeface="ＭＳ Ｐゴシック"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1508">
                                            <p:txEl>
                                              <p:pRg st="5" end="5"/>
                                            </p:txEl>
                                          </p:spTgt>
                                        </p:tgtEl>
                                        <p:attrNameLst>
                                          <p:attrName>style.visibility</p:attrName>
                                        </p:attrNameLst>
                                      </p:cBhvr>
                                      <p:to>
                                        <p:strVal val="visible"/>
                                      </p:to>
                                    </p:set>
                                    <p:animEffect transition="in" filter="fade">
                                      <p:cBhvr>
                                        <p:cTn id="7" dur="1500"/>
                                        <p:tgtEl>
                                          <p:spTgt spid="21508">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1508">
                                            <p:txEl>
                                              <p:pRg st="6" end="6"/>
                                            </p:txEl>
                                          </p:spTgt>
                                        </p:tgtEl>
                                        <p:attrNameLst>
                                          <p:attrName>style.visibility</p:attrName>
                                        </p:attrNameLst>
                                      </p:cBhvr>
                                      <p:to>
                                        <p:strVal val="visible"/>
                                      </p:to>
                                    </p:set>
                                    <p:animEffect transition="in" filter="fade">
                                      <p:cBhvr>
                                        <p:cTn id="10" dur="1500"/>
                                        <p:tgtEl>
                                          <p:spTgt spid="21508">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1508">
                                            <p:txEl>
                                              <p:pRg st="7" end="7"/>
                                            </p:txEl>
                                          </p:spTgt>
                                        </p:tgtEl>
                                        <p:attrNameLst>
                                          <p:attrName>style.visibility</p:attrName>
                                        </p:attrNameLst>
                                      </p:cBhvr>
                                      <p:to>
                                        <p:strVal val="visible"/>
                                      </p:to>
                                    </p:set>
                                    <p:animEffect transition="in" filter="fade">
                                      <p:cBhvr>
                                        <p:cTn id="13" dur="1500"/>
                                        <p:tgtEl>
                                          <p:spTgt spid="21508">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1508">
                                            <p:txEl>
                                              <p:pRg st="8" end="8"/>
                                            </p:txEl>
                                          </p:spTgt>
                                        </p:tgtEl>
                                        <p:attrNameLst>
                                          <p:attrName>style.visibility</p:attrName>
                                        </p:attrNameLst>
                                      </p:cBhvr>
                                      <p:to>
                                        <p:strVal val="visible"/>
                                      </p:to>
                                    </p:set>
                                    <p:animEffect transition="in" filter="fade">
                                      <p:cBhvr>
                                        <p:cTn id="16" dur="1500"/>
                                        <p:tgtEl>
                                          <p:spTgt spid="2150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Slide Number Placeholder 3">
            <a:extLst>
              <a:ext uri="{FF2B5EF4-FFF2-40B4-BE49-F238E27FC236}">
                <a16:creationId xmlns:a16="http://schemas.microsoft.com/office/drawing/2014/main" id="{C380B2DC-7FE9-DE12-31D1-6B5B941869B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l" eaLnBrk="1" hangingPunct="1">
              <a:spcBef>
                <a:spcPct val="0"/>
              </a:spcBef>
              <a:buClrTx/>
              <a:buFontTx/>
              <a:buNone/>
            </a:pPr>
            <a:fld id="{4B2AA42D-B892-478C-A4C7-AC0A58026301}" type="slidenum">
              <a:rPr kumimoji="0" lang="en-US" altLang="en-US" sz="1400" smtClean="0">
                <a:solidFill>
                  <a:srgbClr val="000000"/>
                </a:solidFill>
                <a:latin typeface="Times New Roman" panose="02020603050405020304" pitchFamily="18" charset="0"/>
              </a:rPr>
              <a:pPr algn="l" eaLnBrk="1" hangingPunct="1">
                <a:spcBef>
                  <a:spcPct val="0"/>
                </a:spcBef>
                <a:buClrTx/>
                <a:buFontTx/>
                <a:buNone/>
              </a:pPr>
              <a:t>9</a:t>
            </a:fld>
            <a:endParaRPr kumimoji="0" lang="en-US" altLang="en-US" sz="1400">
              <a:solidFill>
                <a:srgbClr val="000000"/>
              </a:solidFill>
              <a:latin typeface="Times New Roman" panose="02020603050405020304" pitchFamily="18" charset="0"/>
            </a:endParaRPr>
          </a:p>
        </p:txBody>
      </p:sp>
      <p:sp>
        <p:nvSpPr>
          <p:cNvPr id="68611" name="Rectangle 2">
            <a:extLst>
              <a:ext uri="{FF2B5EF4-FFF2-40B4-BE49-F238E27FC236}">
                <a16:creationId xmlns:a16="http://schemas.microsoft.com/office/drawing/2014/main" id="{3EB0C54A-F470-612A-53D8-794B640C6E66}"/>
              </a:ext>
            </a:extLst>
          </p:cNvPr>
          <p:cNvSpPr>
            <a:spLocks noGrp="1" noChangeArrowheads="1"/>
          </p:cNvSpPr>
          <p:nvPr>
            <p:ph type="title"/>
          </p:nvPr>
        </p:nvSpPr>
        <p:spPr>
          <a:xfrm>
            <a:off x="762000" y="720725"/>
            <a:ext cx="7696200" cy="533400"/>
          </a:xfrm>
        </p:spPr>
        <p:txBody>
          <a:bodyPr lIns="92075" tIns="46038" rIns="92075" bIns="46038"/>
          <a:lstStyle/>
          <a:p>
            <a:pPr algn="ctr"/>
            <a:r>
              <a:rPr lang="en-US" altLang="en-US" sz="2800" b="1">
                <a:solidFill>
                  <a:srgbClr val="0070C0"/>
                </a:solidFill>
                <a:latin typeface="Comic Sans MS" panose="030F0702030302020204" pitchFamily="66" charset="0"/>
                <a:ea typeface="ＭＳ Ｐゴシック" panose="020B0600070205080204" pitchFamily="34" charset="-128"/>
              </a:rPr>
              <a:t>Drivers of Business Process Improvement</a:t>
            </a:r>
            <a:endParaRPr lang="en-US" altLang="en-US" sz="2800">
              <a:ea typeface="ＭＳ Ｐゴシック" panose="020B0600070205080204" pitchFamily="34" charset="-128"/>
            </a:endParaRPr>
          </a:p>
        </p:txBody>
      </p:sp>
      <p:sp>
        <p:nvSpPr>
          <p:cNvPr id="21508" name="Rectangle 4">
            <a:extLst>
              <a:ext uri="{FF2B5EF4-FFF2-40B4-BE49-F238E27FC236}">
                <a16:creationId xmlns:a16="http://schemas.microsoft.com/office/drawing/2014/main" id="{7BA88657-D037-66B0-9E2A-C4E72CD34964}"/>
              </a:ext>
            </a:extLst>
          </p:cNvPr>
          <p:cNvSpPr>
            <a:spLocks noGrp="1" noChangeArrowheads="1"/>
          </p:cNvSpPr>
          <p:nvPr>
            <p:ph type="body" idx="1"/>
          </p:nvPr>
        </p:nvSpPr>
        <p:spPr>
          <a:xfrm>
            <a:off x="533400" y="1524000"/>
            <a:ext cx="8145462" cy="4267200"/>
          </a:xfrm>
        </p:spPr>
        <p:txBody>
          <a:bodyPr lIns="92075" tIns="46038" rIns="92075" bIns="46038"/>
          <a:lstStyle/>
          <a:p>
            <a:pPr marL="233363" indent="-233363">
              <a:lnSpc>
                <a:spcPct val="90000"/>
              </a:lnSpc>
              <a:spcBef>
                <a:spcPct val="0"/>
              </a:spcBef>
              <a:spcAft>
                <a:spcPts val="1200"/>
              </a:spcAft>
              <a:tabLst>
                <a:tab pos="3032125" algn="l"/>
              </a:tabLst>
            </a:pPr>
            <a:r>
              <a:rPr lang="en-US" altLang="en-US" sz="2000" dirty="0">
                <a:ea typeface="ＭＳ Ｐゴシック" panose="020B0600070205080204" pitchFamily="34" charset="-128"/>
              </a:rPr>
              <a:t>Process improvements, extensions or enhancements do </a:t>
            </a:r>
            <a:r>
              <a:rPr lang="en-US" altLang="en-US" sz="2000" b="1" dirty="0">
                <a:solidFill>
                  <a:srgbClr val="C00000"/>
                </a:solidFill>
                <a:ea typeface="ＭＳ Ｐゴシック" panose="020B0600070205080204" pitchFamily="34" charset="-128"/>
              </a:rPr>
              <a:t>not</a:t>
            </a:r>
            <a:r>
              <a:rPr lang="en-US" altLang="en-US" sz="2000" dirty="0">
                <a:ea typeface="ＭＳ Ｐゴシック" panose="020B0600070205080204" pitchFamily="34" charset="-128"/>
              </a:rPr>
              <a:t> happen in a </a:t>
            </a:r>
            <a:r>
              <a:rPr lang="en-US" altLang="en-US" sz="2000" dirty="0">
                <a:solidFill>
                  <a:srgbClr val="C00000"/>
                </a:solidFill>
                <a:ea typeface="ＭＳ Ｐゴシック" panose="020B0600070205080204" pitchFamily="34" charset="-128"/>
              </a:rPr>
              <a:t>vacuum</a:t>
            </a:r>
            <a:r>
              <a:rPr lang="en-US" altLang="en-US" sz="2000" dirty="0">
                <a:ea typeface="ＭＳ Ｐゴシック" panose="020B0600070205080204" pitchFamily="34" charset="-128"/>
              </a:rPr>
              <a:t>.</a:t>
            </a:r>
          </a:p>
          <a:p>
            <a:pPr marL="233363" indent="-233363">
              <a:lnSpc>
                <a:spcPct val="90000"/>
              </a:lnSpc>
              <a:spcBef>
                <a:spcPct val="0"/>
              </a:spcBef>
              <a:spcAft>
                <a:spcPts val="1200"/>
              </a:spcAft>
              <a:tabLst>
                <a:tab pos="3032125" algn="l"/>
              </a:tabLst>
            </a:pPr>
            <a:r>
              <a:rPr lang="en-US" altLang="en-US" sz="2000" dirty="0">
                <a:ea typeface="ＭＳ Ｐゴシック" panose="020B0600070205080204" pitchFamily="34" charset="-128"/>
              </a:rPr>
              <a:t>What </a:t>
            </a:r>
            <a:r>
              <a:rPr lang="en-US" altLang="en-US" sz="2000" dirty="0">
                <a:solidFill>
                  <a:srgbClr val="C00000"/>
                </a:solidFill>
                <a:ea typeface="ＭＳ Ｐゴシック" panose="020B0600070205080204" pitchFamily="34" charset="-128"/>
              </a:rPr>
              <a:t>drives</a:t>
            </a:r>
            <a:r>
              <a:rPr lang="en-US" altLang="en-US" sz="2000" dirty="0">
                <a:ea typeface="ＭＳ Ｐゴシック" panose="020B0600070205080204" pitchFamily="34" charset="-128"/>
              </a:rPr>
              <a:t> a process improvement project?</a:t>
            </a:r>
          </a:p>
          <a:p>
            <a:pPr marL="515938" lvl="1" indent="-282575">
              <a:lnSpc>
                <a:spcPct val="90000"/>
              </a:lnSpc>
              <a:spcBef>
                <a:spcPct val="0"/>
              </a:spcBef>
              <a:spcAft>
                <a:spcPts val="1200"/>
              </a:spcAft>
              <a:tabLst>
                <a:tab pos="3032125" algn="l"/>
              </a:tabLst>
            </a:pPr>
            <a:r>
              <a:rPr lang="en-US" altLang="en-US" dirty="0">
                <a:ea typeface="ＭＳ Ｐゴシック" panose="020B0600070205080204" pitchFamily="34" charset="-128"/>
              </a:rPr>
              <a:t>Need to get the perspective of anyone affected (i.e., </a:t>
            </a:r>
            <a:r>
              <a:rPr lang="en-US" altLang="en-US" dirty="0">
                <a:solidFill>
                  <a:srgbClr val="C00000"/>
                </a:solidFill>
                <a:ea typeface="ＭＳ Ｐゴシック" panose="020B0600070205080204" pitchFamily="34" charset="-128"/>
              </a:rPr>
              <a:t>stakeholders</a:t>
            </a:r>
            <a:r>
              <a:rPr lang="en-US" altLang="en-US" dirty="0">
                <a:ea typeface="ＭＳ Ｐゴシック" panose="020B0600070205080204" pitchFamily="34" charset="-128"/>
              </a:rPr>
              <a:t>)</a:t>
            </a:r>
          </a:p>
          <a:p>
            <a:pPr marL="515938" lvl="1" indent="-282575">
              <a:lnSpc>
                <a:spcPct val="90000"/>
              </a:lnSpc>
              <a:spcBef>
                <a:spcPct val="0"/>
              </a:spcBef>
              <a:spcAft>
                <a:spcPts val="1200"/>
              </a:spcAft>
              <a:tabLst>
                <a:tab pos="3032125" algn="l"/>
              </a:tabLst>
            </a:pPr>
            <a:r>
              <a:rPr lang="en-US" altLang="en-US" dirty="0">
                <a:ea typeface="ＭＳ Ｐゴシック" panose="020B0600070205080204" pitchFamily="34" charset="-128"/>
              </a:rPr>
              <a:t>The </a:t>
            </a:r>
            <a:r>
              <a:rPr lang="en-US" altLang="en-US" dirty="0">
                <a:solidFill>
                  <a:srgbClr val="C00000"/>
                </a:solidFill>
                <a:ea typeface="ＭＳ Ｐゴシック" panose="020B0600070205080204" pitchFamily="34" charset="-128"/>
              </a:rPr>
              <a:t>business case </a:t>
            </a:r>
            <a:r>
              <a:rPr lang="en-US" altLang="en-US" dirty="0">
                <a:ea typeface="ＭＳ Ｐゴシック" panose="020B0600070205080204" pitchFamily="34" charset="-128"/>
              </a:rPr>
              <a:t>&amp; </a:t>
            </a:r>
            <a:r>
              <a:rPr lang="en-US" altLang="en-US" dirty="0">
                <a:solidFill>
                  <a:srgbClr val="C00000"/>
                </a:solidFill>
                <a:ea typeface="ＭＳ Ｐゴシック" panose="020B0600070205080204" pitchFamily="34" charset="-128"/>
              </a:rPr>
              <a:t>problem</a:t>
            </a:r>
            <a:r>
              <a:rPr lang="en-US" altLang="en-US" dirty="0">
                <a:ea typeface="ＭＳ Ｐゴシック" panose="020B0600070205080204" pitchFamily="34" charset="-128"/>
              </a:rPr>
              <a:t> </a:t>
            </a:r>
            <a:r>
              <a:rPr lang="en-US" altLang="en-US" dirty="0">
                <a:ea typeface="ＭＳ Ｐゴシック" panose="020B0600070205080204" pitchFamily="34" charset="-128"/>
                <a:sym typeface="Wingdings" panose="05000000000000000000" pitchFamily="2" charset="2"/>
              </a:rPr>
              <a:t> provide the focus of attention</a:t>
            </a:r>
          </a:p>
          <a:p>
            <a:pPr marL="515938" lvl="1" indent="-282575">
              <a:lnSpc>
                <a:spcPct val="90000"/>
              </a:lnSpc>
              <a:spcBef>
                <a:spcPct val="0"/>
              </a:spcBef>
              <a:spcAft>
                <a:spcPts val="1200"/>
              </a:spcAft>
              <a:tabLst>
                <a:tab pos="3032125" algn="l"/>
              </a:tabLst>
            </a:pPr>
            <a:r>
              <a:rPr lang="en-US" altLang="en-US" dirty="0">
                <a:ea typeface="ＭＳ Ｐゴシック" panose="020B0600070205080204" pitchFamily="34" charset="-128"/>
                <a:sym typeface="Wingdings" panose="05000000000000000000" pitchFamily="2" charset="2"/>
              </a:rPr>
              <a:t>Process improvement </a:t>
            </a:r>
            <a:r>
              <a:rPr lang="en-US" altLang="en-US" b="1" dirty="0">
                <a:solidFill>
                  <a:srgbClr val="0070C0"/>
                </a:solidFill>
                <a:ea typeface="ＭＳ Ｐゴシック" panose="020B0600070205080204" pitchFamily="34" charset="-128"/>
                <a:sym typeface="Wingdings" panose="05000000000000000000" pitchFamily="2" charset="2"/>
              </a:rPr>
              <a:t>goals</a:t>
            </a:r>
            <a:r>
              <a:rPr lang="en-US" altLang="en-US" dirty="0">
                <a:ea typeface="ＭＳ Ｐゴシック" panose="020B0600070205080204" pitchFamily="34" charset="-128"/>
                <a:sym typeface="Wingdings" panose="05000000000000000000" pitchFamily="2" charset="2"/>
              </a:rPr>
              <a:t>  general improvements are OK, but they are most effective when they are targeted to specific </a:t>
            </a:r>
            <a:r>
              <a:rPr lang="en-US" altLang="en-US" dirty="0">
                <a:solidFill>
                  <a:srgbClr val="C00000"/>
                </a:solidFill>
                <a:ea typeface="ＭＳ Ｐゴシック" panose="020B0600070205080204" pitchFamily="34" charset="-128"/>
                <a:sym typeface="Wingdings" panose="05000000000000000000" pitchFamily="2" charset="2"/>
              </a:rPr>
              <a:t>process improvement goals</a:t>
            </a:r>
            <a:r>
              <a:rPr lang="en-US" altLang="en-US" dirty="0">
                <a:ea typeface="ＭＳ Ｐゴシック" panose="020B0600070205080204" pitchFamily="34" charset="-128"/>
                <a:sym typeface="Wingdings" panose="05000000000000000000" pitchFamily="2" charset="2"/>
              </a:rPr>
              <a:t>:</a:t>
            </a:r>
          </a:p>
          <a:p>
            <a:pPr marL="739775" lvl="2" indent="-223838">
              <a:lnSpc>
                <a:spcPct val="90000"/>
              </a:lnSpc>
              <a:spcBef>
                <a:spcPct val="0"/>
              </a:spcBef>
              <a:spcAft>
                <a:spcPts val="1200"/>
              </a:spcAft>
              <a:tabLst>
                <a:tab pos="3032125" algn="l"/>
              </a:tabLst>
            </a:pPr>
            <a:r>
              <a:rPr lang="en-US" altLang="en-US" sz="2000" b="1" dirty="0">
                <a:solidFill>
                  <a:srgbClr val="0070C0"/>
                </a:solidFill>
                <a:ea typeface="ＭＳ Ｐゴシック" panose="020B0600070205080204" pitchFamily="34" charset="-128"/>
                <a:sym typeface="Wingdings" panose="05000000000000000000" pitchFamily="2" charset="2"/>
              </a:rPr>
              <a:t>Outcome goals </a:t>
            </a:r>
            <a:r>
              <a:rPr lang="en-US" altLang="en-US" sz="2000" dirty="0">
                <a:ea typeface="ＭＳ Ｐゴシック" panose="020B0600070205080204" pitchFamily="34" charset="-128"/>
                <a:sym typeface="Wingdings" panose="05000000000000000000" pitchFamily="2" charset="2"/>
              </a:rPr>
              <a:t> what we </a:t>
            </a:r>
            <a:r>
              <a:rPr lang="en-US" altLang="en-US" sz="2000" dirty="0">
                <a:solidFill>
                  <a:srgbClr val="C00000"/>
                </a:solidFill>
                <a:ea typeface="ＭＳ Ｐゴシック" panose="020B0600070205080204" pitchFamily="34" charset="-128"/>
                <a:sym typeface="Wingdings" panose="05000000000000000000" pitchFamily="2" charset="2"/>
              </a:rPr>
              <a:t>get</a:t>
            </a:r>
            <a:r>
              <a:rPr lang="en-US" altLang="en-US" sz="2000" dirty="0">
                <a:ea typeface="ＭＳ Ｐゴシック" panose="020B0600070205080204" pitchFamily="34" charset="-128"/>
                <a:sym typeface="Wingdings" panose="05000000000000000000" pitchFamily="2" charset="2"/>
              </a:rPr>
              <a:t> from the process </a:t>
            </a:r>
            <a:br>
              <a:rPr lang="en-US" altLang="en-US" sz="2000" dirty="0">
                <a:ea typeface="ＭＳ Ｐゴシック" panose="020B0600070205080204" pitchFamily="34" charset="-128"/>
                <a:sym typeface="Wingdings" panose="05000000000000000000" pitchFamily="2" charset="2"/>
              </a:rPr>
            </a:br>
            <a:r>
              <a:rPr lang="en-US" altLang="en-US" sz="2000" dirty="0">
                <a:ea typeface="ＭＳ Ｐゴシック" panose="020B0600070205080204" pitchFamily="34" charset="-128"/>
                <a:sym typeface="Wingdings" panose="05000000000000000000" pitchFamily="2" charset="2"/>
              </a:rPr>
              <a:t>(e.g., increased output, improved products/service quality, etc.)</a:t>
            </a:r>
          </a:p>
          <a:p>
            <a:pPr marL="739775" lvl="2" indent="-223838">
              <a:lnSpc>
                <a:spcPct val="90000"/>
              </a:lnSpc>
              <a:spcBef>
                <a:spcPct val="0"/>
              </a:spcBef>
              <a:spcAft>
                <a:spcPts val="1200"/>
              </a:spcAft>
              <a:tabLst>
                <a:tab pos="3032125" algn="l"/>
              </a:tabLst>
            </a:pPr>
            <a:r>
              <a:rPr lang="en-US" altLang="en-US" sz="2000" b="1" dirty="0">
                <a:solidFill>
                  <a:srgbClr val="0070C0"/>
                </a:solidFill>
                <a:ea typeface="ＭＳ Ｐゴシック" panose="020B0600070205080204" pitchFamily="34" charset="-128"/>
                <a:sym typeface="Wingdings" panose="05000000000000000000" pitchFamily="2" charset="2"/>
              </a:rPr>
              <a:t>Process goals </a:t>
            </a:r>
            <a:r>
              <a:rPr lang="en-US" altLang="en-US" sz="2000" dirty="0">
                <a:ea typeface="ＭＳ Ｐゴシック" panose="020B0600070205080204" pitchFamily="34" charset="-128"/>
                <a:sym typeface="Wingdings" panose="05000000000000000000" pitchFamily="2" charset="2"/>
              </a:rPr>
              <a:t> </a:t>
            </a:r>
            <a:r>
              <a:rPr lang="en-US" altLang="en-US" sz="2000" dirty="0">
                <a:solidFill>
                  <a:srgbClr val="C00000"/>
                </a:solidFill>
                <a:ea typeface="ＭＳ Ｐゴシック" panose="020B0600070205080204" pitchFamily="34" charset="-128"/>
                <a:sym typeface="Wingdings" panose="05000000000000000000" pitchFamily="2" charset="2"/>
              </a:rPr>
              <a:t>how</a:t>
            </a:r>
            <a:r>
              <a:rPr lang="en-US" altLang="en-US" sz="2000" dirty="0">
                <a:ea typeface="ＭＳ Ｐゴシック" panose="020B0600070205080204" pitchFamily="34" charset="-128"/>
                <a:sym typeface="Wingdings" panose="05000000000000000000" pitchFamily="2" charset="2"/>
              </a:rPr>
              <a:t> we achieve the outcomes </a:t>
            </a:r>
            <a:br>
              <a:rPr lang="en-US" altLang="en-US" sz="2000" dirty="0">
                <a:ea typeface="ＭＳ Ｐゴシック" panose="020B0600070205080204" pitchFamily="34" charset="-128"/>
                <a:sym typeface="Wingdings" panose="05000000000000000000" pitchFamily="2" charset="2"/>
              </a:rPr>
            </a:br>
            <a:r>
              <a:rPr lang="en-US" altLang="en-US" sz="2000" dirty="0">
                <a:ea typeface="ＭＳ Ｐゴシック" panose="020B0600070205080204" pitchFamily="34" charset="-128"/>
                <a:sym typeface="Wingdings" panose="05000000000000000000" pitchFamily="2" charset="2"/>
              </a:rPr>
              <a:t>(e.g., efficiency, speed, low cost, better HR utilization, etc.)</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8">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150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Slide Number Placeholder 3">
            <a:extLst>
              <a:ext uri="{FF2B5EF4-FFF2-40B4-BE49-F238E27FC236}">
                <a16:creationId xmlns:a16="http://schemas.microsoft.com/office/drawing/2014/main" id="{2A85541F-97B2-6646-C26B-80D5DAA5062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l" eaLnBrk="1" hangingPunct="1">
              <a:spcBef>
                <a:spcPct val="0"/>
              </a:spcBef>
              <a:buClrTx/>
              <a:buFontTx/>
              <a:buNone/>
            </a:pPr>
            <a:fld id="{D3856D78-A46B-4766-8CDA-F59EA83E3A8F}" type="slidenum">
              <a:rPr kumimoji="0" lang="en-US" altLang="en-US" sz="1400" smtClean="0">
                <a:solidFill>
                  <a:srgbClr val="000000"/>
                </a:solidFill>
                <a:latin typeface="Times New Roman" panose="02020603050405020304" pitchFamily="18" charset="0"/>
              </a:rPr>
              <a:pPr algn="l" eaLnBrk="1" hangingPunct="1">
                <a:spcBef>
                  <a:spcPct val="0"/>
                </a:spcBef>
                <a:buClrTx/>
                <a:buFontTx/>
                <a:buNone/>
              </a:pPr>
              <a:t>10</a:t>
            </a:fld>
            <a:endParaRPr kumimoji="0" lang="en-US" altLang="en-US" sz="1400">
              <a:solidFill>
                <a:srgbClr val="000000"/>
              </a:solidFill>
              <a:latin typeface="Times New Roman" panose="02020603050405020304" pitchFamily="18" charset="0"/>
            </a:endParaRPr>
          </a:p>
        </p:txBody>
      </p:sp>
      <p:sp>
        <p:nvSpPr>
          <p:cNvPr id="70659" name="Rectangle 2">
            <a:extLst>
              <a:ext uri="{FF2B5EF4-FFF2-40B4-BE49-F238E27FC236}">
                <a16:creationId xmlns:a16="http://schemas.microsoft.com/office/drawing/2014/main" id="{A0551897-BE0F-FA62-60B8-99842A0EE0E0}"/>
              </a:ext>
            </a:extLst>
          </p:cNvPr>
          <p:cNvSpPr>
            <a:spLocks noGrp="1" noChangeArrowheads="1"/>
          </p:cNvSpPr>
          <p:nvPr>
            <p:ph type="title"/>
          </p:nvPr>
        </p:nvSpPr>
        <p:spPr>
          <a:xfrm>
            <a:off x="1295400" y="533400"/>
            <a:ext cx="6553200" cy="533400"/>
          </a:xfrm>
        </p:spPr>
        <p:txBody>
          <a:bodyPr lIns="92075" tIns="46038" rIns="92075" bIns="46038"/>
          <a:lstStyle/>
          <a:p>
            <a:pPr algn="ctr"/>
            <a:r>
              <a:rPr lang="en-US" altLang="en-US" sz="3600" b="1">
                <a:solidFill>
                  <a:schemeClr val="accent2"/>
                </a:solidFill>
                <a:latin typeface="Comic Sans MS" panose="030F0702030302020204" pitchFamily="66" charset="0"/>
                <a:ea typeface="ＭＳ Ｐゴシック" panose="020B0600070205080204" pitchFamily="34" charset="-128"/>
              </a:rPr>
              <a:t>Process Improvement Goals</a:t>
            </a:r>
          </a:p>
        </p:txBody>
      </p:sp>
      <p:sp>
        <p:nvSpPr>
          <p:cNvPr id="48132" name="Rectangle 4">
            <a:extLst>
              <a:ext uri="{FF2B5EF4-FFF2-40B4-BE49-F238E27FC236}">
                <a16:creationId xmlns:a16="http://schemas.microsoft.com/office/drawing/2014/main" id="{2F4098C2-F3EA-CFD6-468A-37D7DD11AA9B}"/>
              </a:ext>
            </a:extLst>
          </p:cNvPr>
          <p:cNvSpPr>
            <a:spLocks noGrp="1" noChangeArrowheads="1"/>
          </p:cNvSpPr>
          <p:nvPr>
            <p:ph type="body" idx="1"/>
          </p:nvPr>
        </p:nvSpPr>
        <p:spPr>
          <a:xfrm>
            <a:off x="647700" y="1295400"/>
            <a:ext cx="7962900" cy="4876800"/>
          </a:xfrm>
        </p:spPr>
        <p:txBody>
          <a:bodyPr lIns="92075" tIns="46038" rIns="92075" bIns="46038"/>
          <a:lstStyle/>
          <a:p>
            <a:pPr marL="234950" indent="-234950">
              <a:lnSpc>
                <a:spcPct val="90000"/>
              </a:lnSpc>
              <a:spcBef>
                <a:spcPct val="0"/>
              </a:spcBef>
              <a:spcAft>
                <a:spcPts val="1200"/>
              </a:spcAft>
              <a:defRPr/>
            </a:pPr>
            <a:r>
              <a:rPr lang="en-US" altLang="en-US" sz="2200" dirty="0">
                <a:ea typeface="ＭＳ Ｐゴシック" pitchFamily="34" charset="-128"/>
              </a:rPr>
              <a:t>Improvements must be driven by specific </a:t>
            </a:r>
            <a:r>
              <a:rPr lang="en-US" altLang="en-US" sz="2200" b="1" dirty="0">
                <a:solidFill>
                  <a:srgbClr val="C00000"/>
                </a:solidFill>
                <a:ea typeface="ＭＳ Ｐゴシック" pitchFamily="34" charset="-128"/>
              </a:rPr>
              <a:t>process improvement goals </a:t>
            </a:r>
            <a:r>
              <a:rPr lang="en-US" altLang="en-US" sz="2200" dirty="0">
                <a:ea typeface="ＭＳ Ｐゴシック" pitchFamily="34" charset="-128"/>
              </a:rPr>
              <a:t>discussed with your client.</a:t>
            </a:r>
          </a:p>
          <a:p>
            <a:pPr marL="234950" indent="-234950">
              <a:lnSpc>
                <a:spcPct val="90000"/>
              </a:lnSpc>
              <a:spcBef>
                <a:spcPct val="0"/>
              </a:spcBef>
              <a:spcAft>
                <a:spcPts val="1800"/>
              </a:spcAft>
              <a:defRPr/>
            </a:pPr>
            <a:r>
              <a:rPr lang="en-US" altLang="en-US" sz="2200" dirty="0">
                <a:ea typeface="ＭＳ Ｐゴシック" pitchFamily="34" charset="-128"/>
              </a:rPr>
              <a:t>Which can of many types, including:</a:t>
            </a:r>
          </a:p>
          <a:p>
            <a:pPr marL="400050" lvl="1" indent="0">
              <a:lnSpc>
                <a:spcPct val="90000"/>
              </a:lnSpc>
              <a:spcBef>
                <a:spcPct val="0"/>
              </a:spcBef>
              <a:spcAft>
                <a:spcPts val="1200"/>
              </a:spcAft>
              <a:buNone/>
              <a:defRPr/>
            </a:pPr>
            <a:r>
              <a:rPr lang="en-US" altLang="en-US" sz="2200" dirty="0">
                <a:solidFill>
                  <a:srgbClr val="0070C0"/>
                </a:solidFill>
                <a:ea typeface="ＭＳ Ｐゴシック" pitchFamily="34" charset="-128"/>
              </a:rPr>
              <a:t>Outcomes:</a:t>
            </a:r>
          </a:p>
          <a:p>
            <a:pPr lvl="1" indent="-342900">
              <a:lnSpc>
                <a:spcPct val="90000"/>
              </a:lnSpc>
              <a:spcBef>
                <a:spcPct val="0"/>
              </a:spcBef>
              <a:spcAft>
                <a:spcPts val="1200"/>
              </a:spcAft>
              <a:buFont typeface="Wingdings" panose="05000000000000000000" pitchFamily="2" charset="2"/>
              <a:buChar char="ü"/>
              <a:defRPr/>
            </a:pPr>
            <a:r>
              <a:rPr lang="en-US" altLang="en-US" sz="2200" dirty="0">
                <a:ea typeface="ＭＳ Ｐゴシック" pitchFamily="34" charset="-128"/>
              </a:rPr>
              <a:t>Increased</a:t>
            </a:r>
            <a:r>
              <a:rPr lang="en-US" altLang="en-US" sz="2200" dirty="0">
                <a:solidFill>
                  <a:srgbClr val="0070C0"/>
                </a:solidFill>
                <a:ea typeface="ＭＳ Ｐゴシック" pitchFamily="34" charset="-128"/>
              </a:rPr>
              <a:t> </a:t>
            </a:r>
            <a:r>
              <a:rPr lang="en-US" altLang="en-US" sz="2200" b="1" dirty="0">
                <a:solidFill>
                  <a:srgbClr val="C00000"/>
                </a:solidFill>
                <a:ea typeface="ＭＳ Ｐゴシック" pitchFamily="34" charset="-128"/>
              </a:rPr>
              <a:t>revenues</a:t>
            </a:r>
          </a:p>
          <a:p>
            <a:pPr lvl="1" indent="-342900">
              <a:lnSpc>
                <a:spcPct val="90000"/>
              </a:lnSpc>
              <a:spcBef>
                <a:spcPct val="0"/>
              </a:spcBef>
              <a:spcAft>
                <a:spcPts val="1200"/>
              </a:spcAft>
              <a:buFont typeface="Wingdings" panose="05000000000000000000" pitchFamily="2" charset="2"/>
              <a:buChar char="ü"/>
              <a:defRPr/>
            </a:pPr>
            <a:r>
              <a:rPr lang="en-US" altLang="en-US" sz="2200" dirty="0">
                <a:ea typeface="ＭＳ Ｐゴシック" pitchFamily="34" charset="-128"/>
              </a:rPr>
              <a:t>Increased </a:t>
            </a:r>
            <a:r>
              <a:rPr lang="en-US" altLang="en-US" sz="2200" b="1" dirty="0">
                <a:solidFill>
                  <a:srgbClr val="C00000"/>
                </a:solidFill>
                <a:ea typeface="ＭＳ Ｐゴシック" pitchFamily="34" charset="-128"/>
              </a:rPr>
              <a:t>profits</a:t>
            </a:r>
          </a:p>
          <a:p>
            <a:pPr lvl="1" indent="-342900">
              <a:lnSpc>
                <a:spcPct val="90000"/>
              </a:lnSpc>
              <a:spcBef>
                <a:spcPct val="0"/>
              </a:spcBef>
              <a:spcAft>
                <a:spcPts val="1200"/>
              </a:spcAft>
              <a:buFont typeface="Wingdings" panose="05000000000000000000" pitchFamily="2" charset="2"/>
              <a:buChar char="ü"/>
              <a:defRPr/>
            </a:pPr>
            <a:r>
              <a:rPr lang="en-US" altLang="en-US" sz="2200" dirty="0">
                <a:ea typeface="ＭＳ Ｐゴシック" pitchFamily="34" charset="-128"/>
              </a:rPr>
              <a:t>Reduced operational </a:t>
            </a:r>
            <a:r>
              <a:rPr lang="en-US" altLang="en-US" sz="2200" b="1" dirty="0">
                <a:solidFill>
                  <a:srgbClr val="C00000"/>
                </a:solidFill>
                <a:ea typeface="ＭＳ Ｐゴシック" pitchFamily="34" charset="-128"/>
              </a:rPr>
              <a:t>costs</a:t>
            </a:r>
          </a:p>
          <a:p>
            <a:pPr lvl="1" indent="-342900">
              <a:lnSpc>
                <a:spcPct val="90000"/>
              </a:lnSpc>
              <a:spcBef>
                <a:spcPct val="0"/>
              </a:spcBef>
              <a:spcAft>
                <a:spcPts val="1200"/>
              </a:spcAft>
              <a:buFont typeface="Wingdings" panose="05000000000000000000" pitchFamily="2" charset="2"/>
              <a:buChar char="ü"/>
              <a:defRPr/>
            </a:pPr>
            <a:r>
              <a:rPr lang="en-US" altLang="en-US" sz="2200" dirty="0">
                <a:ea typeface="ＭＳ Ｐゴシック" pitchFamily="34" charset="-128"/>
              </a:rPr>
              <a:t>Improved client service or </a:t>
            </a:r>
            <a:r>
              <a:rPr lang="en-US" altLang="en-US" sz="2200" b="1" dirty="0">
                <a:solidFill>
                  <a:srgbClr val="C00000"/>
                </a:solidFill>
                <a:ea typeface="ＭＳ Ｐゴシック" pitchFamily="34" charset="-128"/>
              </a:rPr>
              <a:t>product quality</a:t>
            </a:r>
          </a:p>
          <a:p>
            <a:pPr marL="400050" lvl="1" indent="0">
              <a:lnSpc>
                <a:spcPct val="90000"/>
              </a:lnSpc>
              <a:spcBef>
                <a:spcPct val="0"/>
              </a:spcBef>
              <a:spcAft>
                <a:spcPts val="1200"/>
              </a:spcAft>
              <a:buNone/>
              <a:defRPr/>
            </a:pPr>
            <a:r>
              <a:rPr lang="en-US" altLang="en-US" sz="2200" dirty="0">
                <a:solidFill>
                  <a:srgbClr val="0070C0"/>
                </a:solidFill>
                <a:ea typeface="ＭＳ Ｐゴシック" pitchFamily="34" charset="-128"/>
              </a:rPr>
              <a:t>Process: </a:t>
            </a:r>
          </a:p>
          <a:p>
            <a:pPr lvl="1" indent="-342900">
              <a:lnSpc>
                <a:spcPct val="90000"/>
              </a:lnSpc>
              <a:spcBef>
                <a:spcPct val="0"/>
              </a:spcBef>
              <a:spcAft>
                <a:spcPts val="1200"/>
              </a:spcAft>
              <a:buFont typeface="Wingdings" panose="05000000000000000000" pitchFamily="2" charset="2"/>
              <a:buChar char="ü"/>
              <a:defRPr/>
            </a:pPr>
            <a:r>
              <a:rPr lang="en-US" altLang="en-US" sz="2200" dirty="0">
                <a:ea typeface="ＭＳ Ｐゴシック" pitchFamily="34" charset="-128"/>
              </a:rPr>
              <a:t>More effective </a:t>
            </a:r>
            <a:r>
              <a:rPr lang="en-US" altLang="en-US" sz="2200" b="1" dirty="0">
                <a:solidFill>
                  <a:srgbClr val="C00000"/>
                </a:solidFill>
                <a:ea typeface="ＭＳ Ｐゴシック" pitchFamily="34" charset="-128"/>
              </a:rPr>
              <a:t>human resource utilization</a:t>
            </a:r>
          </a:p>
          <a:p>
            <a:pPr lvl="1" indent="-342900">
              <a:lnSpc>
                <a:spcPct val="90000"/>
              </a:lnSpc>
              <a:spcBef>
                <a:spcPct val="0"/>
              </a:spcBef>
              <a:spcAft>
                <a:spcPts val="1200"/>
              </a:spcAft>
              <a:buFont typeface="Wingdings" panose="05000000000000000000" pitchFamily="2" charset="2"/>
              <a:buChar char="ü"/>
              <a:defRPr/>
            </a:pPr>
            <a:r>
              <a:rPr lang="en-US" altLang="en-US" sz="2200" dirty="0">
                <a:ea typeface="ＭＳ Ｐゴシック" pitchFamily="34" charset="-128"/>
              </a:rPr>
              <a:t>Increased </a:t>
            </a:r>
            <a:r>
              <a:rPr lang="en-US" altLang="en-US" sz="2200" b="1" dirty="0">
                <a:solidFill>
                  <a:srgbClr val="C00000"/>
                </a:solidFill>
                <a:ea typeface="ＭＳ Ｐゴシック" pitchFamily="34" charset="-128"/>
              </a:rPr>
              <a:t>efficiencies</a:t>
            </a:r>
          </a:p>
          <a:p>
            <a:pPr lvl="1" indent="-342900">
              <a:lnSpc>
                <a:spcPct val="90000"/>
              </a:lnSpc>
              <a:spcBef>
                <a:spcPct val="0"/>
              </a:spcBef>
              <a:spcAft>
                <a:spcPts val="1200"/>
              </a:spcAft>
              <a:buFont typeface="Wingdings" panose="05000000000000000000" pitchFamily="2" charset="2"/>
              <a:buChar char="ü"/>
              <a:defRPr/>
            </a:pPr>
            <a:r>
              <a:rPr lang="en-US" altLang="en-US" sz="2200" dirty="0">
                <a:ea typeface="ＭＳ Ｐゴシック" pitchFamily="34" charset="-128"/>
              </a:rPr>
              <a:t>Improved </a:t>
            </a:r>
            <a:r>
              <a:rPr lang="en-US" altLang="en-US" sz="2200" b="1" dirty="0">
                <a:solidFill>
                  <a:srgbClr val="C00000"/>
                </a:solidFill>
                <a:ea typeface="ＭＳ Ｐゴシック" pitchFamily="34" charset="-128"/>
              </a:rPr>
              <a:t>responsiveness</a:t>
            </a:r>
            <a:r>
              <a:rPr lang="en-US" altLang="en-US" sz="2200" dirty="0">
                <a:ea typeface="ＭＳ Ｐゴシック" pitchFamily="34" charset="-128"/>
              </a:rPr>
              <a:t> and </a:t>
            </a:r>
            <a:r>
              <a:rPr lang="en-US" altLang="en-US" sz="2200" b="1" dirty="0">
                <a:solidFill>
                  <a:srgbClr val="C00000"/>
                </a:solidFill>
                <a:ea typeface="ＭＳ Ｐゴシック" pitchFamily="34" charset="-128"/>
              </a:rPr>
              <a:t>agility</a:t>
            </a:r>
            <a:r>
              <a:rPr lang="en-US" altLang="en-US" sz="2200" dirty="0">
                <a:solidFill>
                  <a:srgbClr val="0070C0"/>
                </a:solidFill>
                <a:ea typeface="ＭＳ Ｐゴシック" pitchFamily="34" charset="-128"/>
              </a:rPr>
              <a:t> </a:t>
            </a:r>
            <a:r>
              <a:rPr lang="en-US" altLang="en-US" sz="2200" dirty="0">
                <a:ea typeface="ＭＳ Ｐゴシック" pitchFamily="34" charset="-128"/>
              </a:rPr>
              <a:t>to change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13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13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132">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13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13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13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13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Slide Number Placeholder 3">
            <a:extLst>
              <a:ext uri="{FF2B5EF4-FFF2-40B4-BE49-F238E27FC236}">
                <a16:creationId xmlns:a16="http://schemas.microsoft.com/office/drawing/2014/main" id="{FD158CC5-6FCA-277A-046C-75008169AC58}"/>
              </a:ext>
            </a:extLst>
          </p:cNvPr>
          <p:cNvSpPr>
            <a:spLocks noGrp="1"/>
          </p:cNvSpPr>
          <p:nvPr>
            <p:ph type="sldNum" sz="quarter" idx="10"/>
          </p:nvPr>
        </p:nvSpPr>
        <p:spPr>
          <a:xfrm>
            <a:off x="8610600" y="64770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l" eaLnBrk="1" hangingPunct="1">
              <a:spcBef>
                <a:spcPct val="0"/>
              </a:spcBef>
              <a:buClrTx/>
              <a:buFontTx/>
              <a:buNone/>
            </a:pPr>
            <a:fld id="{E2C44F3D-93CD-4BBC-BDB6-C5CB9952F711}" type="slidenum">
              <a:rPr kumimoji="0" lang="en-US" altLang="en-US" sz="1400" smtClean="0">
                <a:solidFill>
                  <a:srgbClr val="000000"/>
                </a:solidFill>
                <a:latin typeface="Times New Roman" panose="02020603050405020304" pitchFamily="18" charset="0"/>
              </a:rPr>
              <a:pPr algn="l" eaLnBrk="1" hangingPunct="1">
                <a:spcBef>
                  <a:spcPct val="0"/>
                </a:spcBef>
                <a:buClrTx/>
                <a:buFontTx/>
                <a:buNone/>
              </a:pPr>
              <a:t>11</a:t>
            </a:fld>
            <a:endParaRPr kumimoji="0" lang="en-US" altLang="en-US" sz="1400">
              <a:solidFill>
                <a:srgbClr val="000000"/>
              </a:solidFill>
              <a:latin typeface="Times New Roman" panose="02020603050405020304" pitchFamily="18" charset="0"/>
            </a:endParaRPr>
          </a:p>
        </p:txBody>
      </p:sp>
      <p:sp>
        <p:nvSpPr>
          <p:cNvPr id="72707" name="Rectangle 2">
            <a:extLst>
              <a:ext uri="{FF2B5EF4-FFF2-40B4-BE49-F238E27FC236}">
                <a16:creationId xmlns:a16="http://schemas.microsoft.com/office/drawing/2014/main" id="{7CBE6308-45E8-8888-4896-EC1154B0198D}"/>
              </a:ext>
            </a:extLst>
          </p:cNvPr>
          <p:cNvSpPr>
            <a:spLocks noGrp="1" noChangeArrowheads="1"/>
          </p:cNvSpPr>
          <p:nvPr>
            <p:ph type="title"/>
          </p:nvPr>
        </p:nvSpPr>
        <p:spPr>
          <a:xfrm>
            <a:off x="609600" y="381000"/>
            <a:ext cx="8001000" cy="1066800"/>
          </a:xfrm>
        </p:spPr>
        <p:txBody>
          <a:bodyPr lIns="92075" tIns="46038" rIns="92075" bIns="46038"/>
          <a:lstStyle/>
          <a:p>
            <a:pPr algn="ctr"/>
            <a:r>
              <a:rPr lang="en-US" altLang="en-US" sz="2800" b="1">
                <a:solidFill>
                  <a:srgbClr val="0070C0"/>
                </a:solidFill>
                <a:latin typeface="Comic Sans MS" panose="030F0702030302020204" pitchFamily="66" charset="0"/>
                <a:ea typeface="ＭＳ Ｐゴシック" panose="020B0600070205080204" pitchFamily="34" charset="-128"/>
              </a:rPr>
              <a:t>Tom Davenport’s:</a:t>
            </a:r>
            <a:br>
              <a:rPr lang="en-US" altLang="en-US" sz="2800" b="1">
                <a:solidFill>
                  <a:srgbClr val="0070C0"/>
                </a:solidFill>
                <a:latin typeface="Comic Sans MS" panose="030F0702030302020204" pitchFamily="66" charset="0"/>
                <a:ea typeface="ＭＳ Ｐゴシック" panose="020B0600070205080204" pitchFamily="34" charset="-128"/>
              </a:rPr>
            </a:br>
            <a:r>
              <a:rPr lang="en-US" altLang="en-US" sz="2800" b="1">
                <a:solidFill>
                  <a:srgbClr val="0070C0"/>
                </a:solidFill>
                <a:latin typeface="Comic Sans MS" panose="030F0702030302020204" pitchFamily="66" charset="0"/>
                <a:ea typeface="ＭＳ Ｐゴシック" panose="020B0600070205080204" pitchFamily="34" charset="-128"/>
              </a:rPr>
              <a:t>5 Steps to Business Process Improvement</a:t>
            </a:r>
          </a:p>
        </p:txBody>
      </p:sp>
      <p:sp>
        <p:nvSpPr>
          <p:cNvPr id="72708" name="Rectangle 2">
            <a:extLst>
              <a:ext uri="{FF2B5EF4-FFF2-40B4-BE49-F238E27FC236}">
                <a16:creationId xmlns:a16="http://schemas.microsoft.com/office/drawing/2014/main" id="{46F0EE49-FCBB-BCFD-2B13-2ADB55DB1675}"/>
              </a:ext>
            </a:extLst>
          </p:cNvPr>
          <p:cNvSpPr>
            <a:spLocks noChangeArrowheads="1"/>
          </p:cNvSpPr>
          <p:nvPr/>
        </p:nvSpPr>
        <p:spPr bwMode="auto">
          <a:xfrm>
            <a:off x="381000" y="3505200"/>
            <a:ext cx="1447800" cy="914400"/>
          </a:xfrm>
          <a:prstGeom prst="rect">
            <a:avLst/>
          </a:prstGeom>
          <a:solidFill>
            <a:srgbClr val="FFCC66"/>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90000"/>
              </a:lnSpc>
              <a:spcBef>
                <a:spcPct val="0"/>
              </a:spcBef>
              <a:buClrTx/>
              <a:buFontTx/>
              <a:buNone/>
            </a:pPr>
            <a:r>
              <a:rPr kumimoji="0" lang="en-US" altLang="en-US" sz="1400">
                <a:solidFill>
                  <a:srgbClr val="000000"/>
                </a:solidFill>
              </a:rPr>
              <a:t>Develop the business </a:t>
            </a:r>
            <a:r>
              <a:rPr kumimoji="0" lang="en-US" altLang="en-US" sz="1400">
                <a:solidFill>
                  <a:srgbClr val="C00000"/>
                </a:solidFill>
              </a:rPr>
              <a:t>vision</a:t>
            </a:r>
            <a:r>
              <a:rPr kumimoji="0" lang="en-US" altLang="en-US" sz="1400">
                <a:solidFill>
                  <a:srgbClr val="000000"/>
                </a:solidFill>
              </a:rPr>
              <a:t> and process </a:t>
            </a:r>
            <a:r>
              <a:rPr kumimoji="0" lang="en-US" altLang="en-US" sz="1400">
                <a:solidFill>
                  <a:srgbClr val="C00000"/>
                </a:solidFill>
              </a:rPr>
              <a:t>objectives</a:t>
            </a:r>
          </a:p>
        </p:txBody>
      </p:sp>
      <p:sp>
        <p:nvSpPr>
          <p:cNvPr id="72709" name="Rectangle 6">
            <a:extLst>
              <a:ext uri="{FF2B5EF4-FFF2-40B4-BE49-F238E27FC236}">
                <a16:creationId xmlns:a16="http://schemas.microsoft.com/office/drawing/2014/main" id="{CC715F25-30E9-907C-50F1-B0FF21E89066}"/>
              </a:ext>
            </a:extLst>
          </p:cNvPr>
          <p:cNvSpPr>
            <a:spLocks noChangeArrowheads="1"/>
          </p:cNvSpPr>
          <p:nvPr/>
        </p:nvSpPr>
        <p:spPr bwMode="auto">
          <a:xfrm>
            <a:off x="2133600" y="3505200"/>
            <a:ext cx="1447800" cy="914400"/>
          </a:xfrm>
          <a:prstGeom prst="rect">
            <a:avLst/>
          </a:prstGeom>
          <a:solidFill>
            <a:srgbClr val="FFCC66"/>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90000"/>
              </a:lnSpc>
              <a:spcBef>
                <a:spcPct val="0"/>
              </a:spcBef>
              <a:buClrTx/>
              <a:buFontTx/>
              <a:buNone/>
            </a:pPr>
            <a:r>
              <a:rPr kumimoji="0" lang="en-US" altLang="en-US" sz="1400">
                <a:solidFill>
                  <a:srgbClr val="C00000"/>
                </a:solidFill>
              </a:rPr>
              <a:t>Identify</a:t>
            </a:r>
            <a:r>
              <a:rPr kumimoji="0" lang="en-US" altLang="en-US" sz="1400">
                <a:solidFill>
                  <a:srgbClr val="000000"/>
                </a:solidFill>
              </a:rPr>
              <a:t> the processes to be redesigned</a:t>
            </a:r>
          </a:p>
        </p:txBody>
      </p:sp>
      <p:sp>
        <p:nvSpPr>
          <p:cNvPr id="72710" name="Rectangle 7">
            <a:extLst>
              <a:ext uri="{FF2B5EF4-FFF2-40B4-BE49-F238E27FC236}">
                <a16:creationId xmlns:a16="http://schemas.microsoft.com/office/drawing/2014/main" id="{BCD8FDE9-DD55-2E1E-B25F-12B7EE5339E4}"/>
              </a:ext>
            </a:extLst>
          </p:cNvPr>
          <p:cNvSpPr>
            <a:spLocks noChangeArrowheads="1"/>
          </p:cNvSpPr>
          <p:nvPr/>
        </p:nvSpPr>
        <p:spPr bwMode="auto">
          <a:xfrm>
            <a:off x="3886200" y="3505200"/>
            <a:ext cx="1447800" cy="914400"/>
          </a:xfrm>
          <a:prstGeom prst="rect">
            <a:avLst/>
          </a:prstGeom>
          <a:solidFill>
            <a:srgbClr val="FFCC66"/>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90000"/>
              </a:lnSpc>
              <a:spcBef>
                <a:spcPct val="0"/>
              </a:spcBef>
              <a:buClrTx/>
              <a:buFontTx/>
              <a:buNone/>
            </a:pPr>
            <a:r>
              <a:rPr kumimoji="0" lang="en-US" altLang="en-US" sz="1400">
                <a:solidFill>
                  <a:srgbClr val="000000"/>
                </a:solidFill>
              </a:rPr>
              <a:t>Understand </a:t>
            </a:r>
            <a:r>
              <a:rPr kumimoji="0" lang="en-US" altLang="en-US" sz="1400">
                <a:solidFill>
                  <a:srgbClr val="C00000"/>
                </a:solidFill>
              </a:rPr>
              <a:t>baseline </a:t>
            </a:r>
            <a:r>
              <a:rPr kumimoji="0" lang="en-US" altLang="en-US" sz="1400">
                <a:solidFill>
                  <a:srgbClr val="000000"/>
                </a:solidFill>
              </a:rPr>
              <a:t>processes</a:t>
            </a:r>
          </a:p>
        </p:txBody>
      </p:sp>
      <p:sp>
        <p:nvSpPr>
          <p:cNvPr id="72711" name="Rectangle 8">
            <a:extLst>
              <a:ext uri="{FF2B5EF4-FFF2-40B4-BE49-F238E27FC236}">
                <a16:creationId xmlns:a16="http://schemas.microsoft.com/office/drawing/2014/main" id="{4600E2D1-B96F-68A6-3578-27818C6C8174}"/>
              </a:ext>
            </a:extLst>
          </p:cNvPr>
          <p:cNvSpPr>
            <a:spLocks noChangeArrowheads="1"/>
          </p:cNvSpPr>
          <p:nvPr/>
        </p:nvSpPr>
        <p:spPr bwMode="auto">
          <a:xfrm>
            <a:off x="5638800" y="3505200"/>
            <a:ext cx="1447800" cy="914400"/>
          </a:xfrm>
          <a:prstGeom prst="rect">
            <a:avLst/>
          </a:prstGeom>
          <a:solidFill>
            <a:srgbClr val="FFCC66"/>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90000"/>
              </a:lnSpc>
              <a:spcBef>
                <a:spcPct val="0"/>
              </a:spcBef>
              <a:buClrTx/>
              <a:buFontTx/>
              <a:buNone/>
            </a:pPr>
            <a:r>
              <a:rPr kumimoji="0" lang="en-US" altLang="en-US" sz="1400">
                <a:solidFill>
                  <a:srgbClr val="000000"/>
                </a:solidFill>
              </a:rPr>
              <a:t>Identify </a:t>
            </a:r>
            <a:r>
              <a:rPr kumimoji="0" lang="en-US" altLang="en-US" sz="1400">
                <a:solidFill>
                  <a:srgbClr val="C00000"/>
                </a:solidFill>
              </a:rPr>
              <a:t>IT </a:t>
            </a:r>
            <a:r>
              <a:rPr kumimoji="0" lang="en-US" altLang="en-US" sz="1400">
                <a:solidFill>
                  <a:srgbClr val="000000"/>
                </a:solidFill>
              </a:rPr>
              <a:t>levers </a:t>
            </a:r>
          </a:p>
        </p:txBody>
      </p:sp>
      <p:sp>
        <p:nvSpPr>
          <p:cNvPr id="72712" name="Rectangle 9">
            <a:extLst>
              <a:ext uri="{FF2B5EF4-FFF2-40B4-BE49-F238E27FC236}">
                <a16:creationId xmlns:a16="http://schemas.microsoft.com/office/drawing/2014/main" id="{779CE276-A610-EC8C-CE50-A0C807EAFCE1}"/>
              </a:ext>
            </a:extLst>
          </p:cNvPr>
          <p:cNvSpPr>
            <a:spLocks noChangeArrowheads="1"/>
          </p:cNvSpPr>
          <p:nvPr/>
        </p:nvSpPr>
        <p:spPr bwMode="auto">
          <a:xfrm>
            <a:off x="7391400" y="3505200"/>
            <a:ext cx="1447800" cy="914400"/>
          </a:xfrm>
          <a:prstGeom prst="rect">
            <a:avLst/>
          </a:prstGeom>
          <a:solidFill>
            <a:srgbClr val="FFCC66"/>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nchor="ct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90000"/>
              </a:lnSpc>
              <a:spcBef>
                <a:spcPct val="0"/>
              </a:spcBef>
              <a:buClrTx/>
              <a:buFontTx/>
              <a:buNone/>
            </a:pPr>
            <a:r>
              <a:rPr kumimoji="0" lang="en-US" altLang="en-US" sz="1400">
                <a:solidFill>
                  <a:srgbClr val="000000"/>
                </a:solidFill>
              </a:rPr>
              <a:t>Design and </a:t>
            </a:r>
            <a:r>
              <a:rPr kumimoji="0" lang="en-US" altLang="en-US" sz="1400">
                <a:solidFill>
                  <a:srgbClr val="C00000"/>
                </a:solidFill>
              </a:rPr>
              <a:t>develop target </a:t>
            </a:r>
            <a:r>
              <a:rPr kumimoji="0" lang="en-US" altLang="en-US" sz="1400">
                <a:solidFill>
                  <a:srgbClr val="000000"/>
                </a:solidFill>
              </a:rPr>
              <a:t>(i.e., improved) process</a:t>
            </a:r>
          </a:p>
        </p:txBody>
      </p:sp>
      <p:sp>
        <p:nvSpPr>
          <p:cNvPr id="72713" name="Right Arrow 3">
            <a:extLst>
              <a:ext uri="{FF2B5EF4-FFF2-40B4-BE49-F238E27FC236}">
                <a16:creationId xmlns:a16="http://schemas.microsoft.com/office/drawing/2014/main" id="{34E4883C-1F7A-68DC-D19E-048EDCEDBC6D}"/>
              </a:ext>
            </a:extLst>
          </p:cNvPr>
          <p:cNvSpPr>
            <a:spLocks noChangeArrowheads="1"/>
          </p:cNvSpPr>
          <p:nvPr/>
        </p:nvSpPr>
        <p:spPr bwMode="auto">
          <a:xfrm>
            <a:off x="1905000" y="3886200"/>
            <a:ext cx="152400" cy="228600"/>
          </a:xfrm>
          <a:prstGeom prst="rightArrow">
            <a:avLst>
              <a:gd name="adj1" fmla="val 50000"/>
              <a:gd name="adj2" fmla="val 50000"/>
            </a:avLst>
          </a:prstGeom>
          <a:solidFill>
            <a:srgbClr val="C0000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endParaRPr kumimoji="0" lang="en-US" altLang="en-US">
              <a:solidFill>
                <a:srgbClr val="000000"/>
              </a:solidFill>
              <a:latin typeface="Times New Roman" panose="02020603050405020304" pitchFamily="18" charset="0"/>
            </a:endParaRPr>
          </a:p>
        </p:txBody>
      </p:sp>
      <p:sp>
        <p:nvSpPr>
          <p:cNvPr id="72714" name="Right Arrow 11">
            <a:extLst>
              <a:ext uri="{FF2B5EF4-FFF2-40B4-BE49-F238E27FC236}">
                <a16:creationId xmlns:a16="http://schemas.microsoft.com/office/drawing/2014/main" id="{5FC3BDD5-59DB-CD79-F286-4735247CA4FF}"/>
              </a:ext>
            </a:extLst>
          </p:cNvPr>
          <p:cNvSpPr>
            <a:spLocks noChangeArrowheads="1"/>
          </p:cNvSpPr>
          <p:nvPr/>
        </p:nvSpPr>
        <p:spPr bwMode="auto">
          <a:xfrm>
            <a:off x="3657600" y="3886200"/>
            <a:ext cx="152400" cy="228600"/>
          </a:xfrm>
          <a:prstGeom prst="rightArrow">
            <a:avLst>
              <a:gd name="adj1" fmla="val 50000"/>
              <a:gd name="adj2" fmla="val 50000"/>
            </a:avLst>
          </a:prstGeom>
          <a:solidFill>
            <a:srgbClr val="C0000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endParaRPr kumimoji="0" lang="en-US" altLang="en-US">
              <a:solidFill>
                <a:srgbClr val="000000"/>
              </a:solidFill>
              <a:latin typeface="Times New Roman" panose="02020603050405020304" pitchFamily="18" charset="0"/>
            </a:endParaRPr>
          </a:p>
        </p:txBody>
      </p:sp>
      <p:sp>
        <p:nvSpPr>
          <p:cNvPr id="72715" name="Right Arrow 12">
            <a:extLst>
              <a:ext uri="{FF2B5EF4-FFF2-40B4-BE49-F238E27FC236}">
                <a16:creationId xmlns:a16="http://schemas.microsoft.com/office/drawing/2014/main" id="{575DD395-E253-6C0C-AB2C-94E6777B41EB}"/>
              </a:ext>
            </a:extLst>
          </p:cNvPr>
          <p:cNvSpPr>
            <a:spLocks noChangeArrowheads="1"/>
          </p:cNvSpPr>
          <p:nvPr/>
        </p:nvSpPr>
        <p:spPr bwMode="auto">
          <a:xfrm>
            <a:off x="5410200" y="3886200"/>
            <a:ext cx="152400" cy="228600"/>
          </a:xfrm>
          <a:prstGeom prst="rightArrow">
            <a:avLst>
              <a:gd name="adj1" fmla="val 50000"/>
              <a:gd name="adj2" fmla="val 50000"/>
            </a:avLst>
          </a:prstGeom>
          <a:solidFill>
            <a:srgbClr val="C0000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endParaRPr kumimoji="0" lang="en-US" altLang="en-US">
              <a:solidFill>
                <a:srgbClr val="000000"/>
              </a:solidFill>
              <a:latin typeface="Times New Roman" panose="02020603050405020304" pitchFamily="18" charset="0"/>
            </a:endParaRPr>
          </a:p>
        </p:txBody>
      </p:sp>
      <p:sp>
        <p:nvSpPr>
          <p:cNvPr id="72716" name="Right Arrow 13">
            <a:extLst>
              <a:ext uri="{FF2B5EF4-FFF2-40B4-BE49-F238E27FC236}">
                <a16:creationId xmlns:a16="http://schemas.microsoft.com/office/drawing/2014/main" id="{EB7656CA-B472-DADF-1C50-6DADC2776043}"/>
              </a:ext>
            </a:extLst>
          </p:cNvPr>
          <p:cNvSpPr>
            <a:spLocks noChangeArrowheads="1"/>
          </p:cNvSpPr>
          <p:nvPr/>
        </p:nvSpPr>
        <p:spPr bwMode="auto">
          <a:xfrm>
            <a:off x="7162800" y="3886200"/>
            <a:ext cx="152400" cy="228600"/>
          </a:xfrm>
          <a:prstGeom prst="rightArrow">
            <a:avLst>
              <a:gd name="adj1" fmla="val 50000"/>
              <a:gd name="adj2" fmla="val 50000"/>
            </a:avLst>
          </a:prstGeom>
          <a:solidFill>
            <a:srgbClr val="C00000"/>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endParaRPr kumimoji="0" lang="en-US" altLang="en-US">
              <a:solidFill>
                <a:srgbClr val="000000"/>
              </a:solidFill>
              <a:latin typeface="Times New Roman" panose="02020603050405020304" pitchFamily="18" charset="0"/>
            </a:endParaRPr>
          </a:p>
        </p:txBody>
      </p:sp>
      <p:sp>
        <p:nvSpPr>
          <p:cNvPr id="6" name="Rectangular Callout 5">
            <a:extLst>
              <a:ext uri="{FF2B5EF4-FFF2-40B4-BE49-F238E27FC236}">
                <a16:creationId xmlns:a16="http://schemas.microsoft.com/office/drawing/2014/main" id="{253ED4AD-FB29-F13E-B2E9-121A7980A486}"/>
              </a:ext>
            </a:extLst>
          </p:cNvPr>
          <p:cNvSpPr/>
          <p:nvPr/>
        </p:nvSpPr>
        <p:spPr bwMode="auto">
          <a:xfrm>
            <a:off x="363538" y="1905000"/>
            <a:ext cx="2455862" cy="1219200"/>
          </a:xfrm>
          <a:prstGeom prst="wedgeRectCallout">
            <a:avLst>
              <a:gd name="adj1" fmla="val -20438"/>
              <a:gd name="adj2" fmla="val 66327"/>
            </a:avLst>
          </a:prstGeom>
          <a:solidFill>
            <a:schemeClr val="bg2">
              <a:lumMod val="20000"/>
              <a:lumOff val="80000"/>
            </a:schemeClr>
          </a:solidFill>
          <a:ln w="12700" cap="sq" cmpd="sng" algn="ctr">
            <a:noFill/>
            <a:prstDash val="solid"/>
            <a:round/>
            <a:headEnd type="none" w="sm" len="sm"/>
            <a:tailEnd type="none" w="sm" len="sm"/>
          </a:ln>
          <a:effectLst/>
        </p:spPr>
        <p:txBody>
          <a:bodyPr/>
          <a:lstStyle/>
          <a:p>
            <a:pPr algn="ctr">
              <a:defRPr/>
            </a:pPr>
            <a:r>
              <a:rPr lang="en-US" sz="1400" dirty="0">
                <a:solidFill>
                  <a:srgbClr val="000000"/>
                </a:solidFill>
                <a:latin typeface="Arial"/>
              </a:rPr>
              <a:t>BPI is driven by a </a:t>
            </a:r>
            <a:r>
              <a:rPr lang="en-US" sz="1400" dirty="0">
                <a:solidFill>
                  <a:srgbClr val="C00000"/>
                </a:solidFill>
                <a:latin typeface="Arial"/>
              </a:rPr>
              <a:t>business vision </a:t>
            </a:r>
            <a:r>
              <a:rPr lang="en-US" sz="1400" dirty="0">
                <a:solidFill>
                  <a:srgbClr val="000000"/>
                </a:solidFill>
                <a:latin typeface="Arial"/>
              </a:rPr>
              <a:t>driven by </a:t>
            </a:r>
            <a:r>
              <a:rPr lang="en-US" sz="1400" dirty="0">
                <a:solidFill>
                  <a:srgbClr val="C00000"/>
                </a:solidFill>
                <a:latin typeface="Arial"/>
              </a:rPr>
              <a:t>specific objectives </a:t>
            </a:r>
            <a:r>
              <a:rPr lang="en-US" sz="1400" dirty="0">
                <a:solidFill>
                  <a:srgbClr val="000000"/>
                </a:solidFill>
                <a:latin typeface="Arial"/>
              </a:rPr>
              <a:t>(e.g., cost reduction, quality improvement, etc.)</a:t>
            </a:r>
          </a:p>
        </p:txBody>
      </p:sp>
      <p:sp>
        <p:nvSpPr>
          <p:cNvPr id="17" name="Rectangular Callout 16">
            <a:extLst>
              <a:ext uri="{FF2B5EF4-FFF2-40B4-BE49-F238E27FC236}">
                <a16:creationId xmlns:a16="http://schemas.microsoft.com/office/drawing/2014/main" id="{71BF52F7-CBDA-754E-6A4C-FC7E17B14115}"/>
              </a:ext>
            </a:extLst>
          </p:cNvPr>
          <p:cNvSpPr/>
          <p:nvPr/>
        </p:nvSpPr>
        <p:spPr bwMode="auto">
          <a:xfrm>
            <a:off x="685800" y="4876800"/>
            <a:ext cx="2967038" cy="1382713"/>
          </a:xfrm>
          <a:prstGeom prst="wedgeRectCallout">
            <a:avLst>
              <a:gd name="adj1" fmla="val 25062"/>
              <a:gd name="adj2" fmla="val -65667"/>
            </a:avLst>
          </a:prstGeom>
          <a:solidFill>
            <a:schemeClr val="bg2">
              <a:lumMod val="20000"/>
              <a:lumOff val="80000"/>
            </a:schemeClr>
          </a:solidFill>
          <a:ln w="12700" cap="sq" cmpd="sng" algn="ctr">
            <a:noFill/>
            <a:prstDash val="solid"/>
            <a:round/>
            <a:headEnd type="none" w="sm" len="sm"/>
            <a:tailEnd type="none" w="sm" len="sm"/>
          </a:ln>
          <a:effectLst/>
        </p:spPr>
        <p:txBody>
          <a:bodyPr/>
          <a:lstStyle/>
          <a:p>
            <a:pPr algn="ctr">
              <a:defRPr/>
            </a:pPr>
            <a:r>
              <a:rPr lang="en-US" sz="1400" dirty="0">
                <a:solidFill>
                  <a:srgbClr val="C00000"/>
                </a:solidFill>
                <a:latin typeface="Arial"/>
              </a:rPr>
              <a:t>High Impact Approach: </a:t>
            </a:r>
            <a:r>
              <a:rPr lang="en-US" sz="1400" dirty="0">
                <a:solidFill>
                  <a:srgbClr val="000000"/>
                </a:solidFill>
                <a:latin typeface="Arial"/>
              </a:rPr>
              <a:t>focus on most important parts of the process with potential to reach the vision;</a:t>
            </a:r>
          </a:p>
          <a:p>
            <a:pPr algn="ctr">
              <a:defRPr/>
            </a:pPr>
            <a:r>
              <a:rPr lang="en-US" sz="1400" dirty="0">
                <a:solidFill>
                  <a:srgbClr val="C00000"/>
                </a:solidFill>
                <a:latin typeface="Arial"/>
              </a:rPr>
              <a:t>Exhaustive Approach: </a:t>
            </a:r>
            <a:r>
              <a:rPr lang="en-US" sz="1400" dirty="0">
                <a:solidFill>
                  <a:srgbClr val="000000"/>
                </a:solidFill>
                <a:latin typeface="Arial"/>
              </a:rPr>
              <a:t>identify all areas of process improvement and prioritize.</a:t>
            </a:r>
          </a:p>
        </p:txBody>
      </p:sp>
      <p:sp>
        <p:nvSpPr>
          <p:cNvPr id="18" name="Rectangular Callout 17">
            <a:extLst>
              <a:ext uri="{FF2B5EF4-FFF2-40B4-BE49-F238E27FC236}">
                <a16:creationId xmlns:a16="http://schemas.microsoft.com/office/drawing/2014/main" id="{33724973-B4EC-096D-136B-9ADF73E3BF36}"/>
              </a:ext>
            </a:extLst>
          </p:cNvPr>
          <p:cNvSpPr/>
          <p:nvPr/>
        </p:nvSpPr>
        <p:spPr bwMode="auto">
          <a:xfrm>
            <a:off x="3352800" y="1905000"/>
            <a:ext cx="2514600" cy="1219200"/>
          </a:xfrm>
          <a:prstGeom prst="wedgeRectCallout">
            <a:avLst>
              <a:gd name="adj1" fmla="val -20438"/>
              <a:gd name="adj2" fmla="val 66327"/>
            </a:avLst>
          </a:prstGeom>
          <a:solidFill>
            <a:schemeClr val="bg2">
              <a:lumMod val="20000"/>
              <a:lumOff val="80000"/>
            </a:schemeClr>
          </a:solidFill>
          <a:ln w="12700" cap="sq" cmpd="sng" algn="ctr">
            <a:noFill/>
            <a:prstDash val="solid"/>
            <a:round/>
            <a:headEnd type="none" w="sm" len="sm"/>
            <a:tailEnd type="none" w="sm" len="sm"/>
          </a:ln>
          <a:effectLst/>
        </p:spPr>
        <p:txBody>
          <a:bodyPr/>
          <a:lstStyle/>
          <a:p>
            <a:pPr algn="ctr">
              <a:defRPr/>
            </a:pPr>
            <a:r>
              <a:rPr lang="en-US" sz="1400" dirty="0">
                <a:solidFill>
                  <a:srgbClr val="000000"/>
                </a:solidFill>
                <a:latin typeface="Arial"/>
              </a:rPr>
              <a:t>It’s important to establish and measure the baseline </a:t>
            </a:r>
            <a:r>
              <a:rPr lang="en-US" sz="1400" dirty="0">
                <a:solidFill>
                  <a:srgbClr val="C00000"/>
                </a:solidFill>
                <a:latin typeface="Arial"/>
              </a:rPr>
              <a:t>(as-is) </a:t>
            </a:r>
            <a:r>
              <a:rPr lang="en-US" sz="1400" dirty="0">
                <a:solidFill>
                  <a:srgbClr val="000000"/>
                </a:solidFill>
                <a:latin typeface="Arial"/>
              </a:rPr>
              <a:t>process so that the extent of the </a:t>
            </a:r>
            <a:r>
              <a:rPr lang="en-US" sz="1400" dirty="0">
                <a:solidFill>
                  <a:srgbClr val="C00000"/>
                </a:solidFill>
                <a:latin typeface="Arial"/>
              </a:rPr>
              <a:t>improvement </a:t>
            </a:r>
            <a:r>
              <a:rPr lang="en-US" sz="1400" dirty="0">
                <a:solidFill>
                  <a:srgbClr val="000000"/>
                </a:solidFill>
                <a:latin typeface="Arial"/>
              </a:rPr>
              <a:t>can be </a:t>
            </a:r>
            <a:r>
              <a:rPr lang="en-US" sz="1400" dirty="0">
                <a:solidFill>
                  <a:srgbClr val="C00000"/>
                </a:solidFill>
                <a:latin typeface="Arial"/>
              </a:rPr>
              <a:t>compared</a:t>
            </a:r>
            <a:r>
              <a:rPr lang="en-US" sz="1400" dirty="0">
                <a:solidFill>
                  <a:srgbClr val="000000"/>
                </a:solidFill>
                <a:latin typeface="Arial"/>
              </a:rPr>
              <a:t> and </a:t>
            </a:r>
            <a:r>
              <a:rPr lang="en-US" sz="1400" dirty="0">
                <a:solidFill>
                  <a:srgbClr val="C00000"/>
                </a:solidFill>
                <a:latin typeface="Arial"/>
              </a:rPr>
              <a:t>quantified</a:t>
            </a:r>
            <a:r>
              <a:rPr lang="en-US" sz="1400" dirty="0">
                <a:solidFill>
                  <a:srgbClr val="000000"/>
                </a:solidFill>
                <a:latin typeface="Arial"/>
              </a:rPr>
              <a:t>.</a:t>
            </a:r>
          </a:p>
        </p:txBody>
      </p:sp>
      <p:sp>
        <p:nvSpPr>
          <p:cNvPr id="21" name="Rectangular Callout 20">
            <a:extLst>
              <a:ext uri="{FF2B5EF4-FFF2-40B4-BE49-F238E27FC236}">
                <a16:creationId xmlns:a16="http://schemas.microsoft.com/office/drawing/2014/main" id="{79EACFF0-4F6D-E6A2-2843-2F96504D2EA1}"/>
              </a:ext>
            </a:extLst>
          </p:cNvPr>
          <p:cNvSpPr/>
          <p:nvPr/>
        </p:nvSpPr>
        <p:spPr bwMode="auto">
          <a:xfrm>
            <a:off x="4495800" y="4876800"/>
            <a:ext cx="2682875" cy="1382713"/>
          </a:xfrm>
          <a:prstGeom prst="wedgeRectCallout">
            <a:avLst>
              <a:gd name="adj1" fmla="val 25062"/>
              <a:gd name="adj2" fmla="val -65667"/>
            </a:avLst>
          </a:prstGeom>
          <a:solidFill>
            <a:schemeClr val="bg2">
              <a:lumMod val="20000"/>
              <a:lumOff val="80000"/>
            </a:schemeClr>
          </a:solidFill>
          <a:ln w="12700" cap="sq" cmpd="sng" algn="ctr">
            <a:noFill/>
            <a:prstDash val="solid"/>
            <a:round/>
            <a:headEnd type="none" w="sm" len="sm"/>
            <a:tailEnd type="none" w="sm" len="sm"/>
          </a:ln>
          <a:effectLst/>
        </p:spPr>
        <p:txBody>
          <a:bodyPr/>
          <a:lstStyle/>
          <a:p>
            <a:pPr algn="ctr">
              <a:defRPr/>
            </a:pPr>
            <a:r>
              <a:rPr lang="en-US" sz="1400" dirty="0">
                <a:solidFill>
                  <a:srgbClr val="C00000"/>
                </a:solidFill>
                <a:latin typeface="Arial"/>
              </a:rPr>
              <a:t>Awareness of IT capabilities </a:t>
            </a:r>
            <a:r>
              <a:rPr lang="en-US" sz="1400" dirty="0">
                <a:solidFill>
                  <a:srgbClr val="000000"/>
                </a:solidFill>
                <a:latin typeface="Arial"/>
              </a:rPr>
              <a:t>are key in improving implementation </a:t>
            </a:r>
            <a:r>
              <a:rPr lang="en-US" sz="1400" dirty="0">
                <a:solidFill>
                  <a:srgbClr val="C00000"/>
                </a:solidFill>
                <a:latin typeface="Arial"/>
              </a:rPr>
              <a:t>speed</a:t>
            </a:r>
            <a:r>
              <a:rPr lang="en-US" sz="1400" dirty="0">
                <a:solidFill>
                  <a:srgbClr val="000000"/>
                </a:solidFill>
                <a:latin typeface="Arial"/>
              </a:rPr>
              <a:t>, </a:t>
            </a:r>
            <a:r>
              <a:rPr lang="en-US" sz="1400" dirty="0">
                <a:solidFill>
                  <a:srgbClr val="C00000"/>
                </a:solidFill>
                <a:latin typeface="Arial"/>
              </a:rPr>
              <a:t>effectiveness</a:t>
            </a:r>
            <a:r>
              <a:rPr lang="en-US" sz="1400" dirty="0">
                <a:solidFill>
                  <a:srgbClr val="000000"/>
                </a:solidFill>
                <a:latin typeface="Arial"/>
              </a:rPr>
              <a:t> and </a:t>
            </a:r>
            <a:r>
              <a:rPr lang="en-US" sz="1400" dirty="0">
                <a:solidFill>
                  <a:srgbClr val="C00000"/>
                </a:solidFill>
                <a:latin typeface="Arial"/>
              </a:rPr>
              <a:t>efficiency</a:t>
            </a:r>
            <a:r>
              <a:rPr lang="en-US" sz="1400" dirty="0">
                <a:solidFill>
                  <a:srgbClr val="000000"/>
                </a:solidFill>
                <a:latin typeface="Arial"/>
              </a:rPr>
              <a:t>. Focus on the </a:t>
            </a:r>
            <a:r>
              <a:rPr lang="en-US" sz="1400" dirty="0">
                <a:solidFill>
                  <a:srgbClr val="C00000"/>
                </a:solidFill>
                <a:latin typeface="Arial"/>
              </a:rPr>
              <a:t>information content</a:t>
            </a:r>
            <a:r>
              <a:rPr lang="en-US" sz="1400" dirty="0">
                <a:solidFill>
                  <a:srgbClr val="000000"/>
                </a:solidFill>
                <a:latin typeface="Arial"/>
              </a:rPr>
              <a:t> of the process.</a:t>
            </a:r>
          </a:p>
        </p:txBody>
      </p:sp>
      <p:sp>
        <p:nvSpPr>
          <p:cNvPr id="23" name="Rectangular Callout 22">
            <a:extLst>
              <a:ext uri="{FF2B5EF4-FFF2-40B4-BE49-F238E27FC236}">
                <a16:creationId xmlns:a16="http://schemas.microsoft.com/office/drawing/2014/main" id="{D52C71EB-492D-8B4A-FB57-9A8F4EE015A2}"/>
              </a:ext>
            </a:extLst>
          </p:cNvPr>
          <p:cNvSpPr/>
          <p:nvPr/>
        </p:nvSpPr>
        <p:spPr bwMode="auto">
          <a:xfrm>
            <a:off x="6248400" y="1905000"/>
            <a:ext cx="2590800" cy="1219200"/>
          </a:xfrm>
          <a:prstGeom prst="wedgeRectCallout">
            <a:avLst>
              <a:gd name="adj1" fmla="val 21283"/>
              <a:gd name="adj2" fmla="val 71327"/>
            </a:avLst>
          </a:prstGeom>
          <a:solidFill>
            <a:schemeClr val="bg2">
              <a:lumMod val="20000"/>
              <a:lumOff val="80000"/>
            </a:schemeClr>
          </a:solidFill>
          <a:ln w="12700" cap="sq" cmpd="sng" algn="ctr">
            <a:noFill/>
            <a:prstDash val="solid"/>
            <a:round/>
            <a:headEnd type="none" w="sm" len="sm"/>
            <a:tailEnd type="none" w="sm" len="sm"/>
          </a:ln>
          <a:effectLst/>
        </p:spPr>
        <p:txBody>
          <a:bodyPr/>
          <a:lstStyle/>
          <a:p>
            <a:pPr algn="ctr">
              <a:defRPr/>
            </a:pPr>
            <a:r>
              <a:rPr lang="en-US" sz="1400" dirty="0">
                <a:solidFill>
                  <a:srgbClr val="000000"/>
                </a:solidFill>
                <a:latin typeface="Arial"/>
              </a:rPr>
              <a:t>Improvement is not a one shot deal, but is </a:t>
            </a:r>
            <a:r>
              <a:rPr lang="en-US" sz="1400" dirty="0">
                <a:solidFill>
                  <a:srgbClr val="C00000"/>
                </a:solidFill>
                <a:latin typeface="Arial"/>
              </a:rPr>
              <a:t>iterative</a:t>
            </a:r>
            <a:r>
              <a:rPr lang="en-US" sz="1400" dirty="0">
                <a:solidFill>
                  <a:srgbClr val="000000"/>
                </a:solidFill>
                <a:latin typeface="Arial"/>
              </a:rPr>
              <a:t> and </a:t>
            </a:r>
            <a:r>
              <a:rPr lang="en-US" sz="1400" dirty="0">
                <a:solidFill>
                  <a:srgbClr val="C00000"/>
                </a:solidFill>
                <a:latin typeface="Arial"/>
              </a:rPr>
              <a:t>evolutionary</a:t>
            </a:r>
            <a:r>
              <a:rPr lang="en-US" sz="1400" dirty="0">
                <a:solidFill>
                  <a:srgbClr val="000000"/>
                </a:solidFill>
                <a:latin typeface="Arial"/>
              </a:rPr>
              <a:t>. Focus initially on low hanging fruit, </a:t>
            </a:r>
            <a:r>
              <a:rPr lang="en-US" sz="1400" dirty="0">
                <a:solidFill>
                  <a:srgbClr val="C00000"/>
                </a:solidFill>
                <a:latin typeface="Arial"/>
              </a:rPr>
              <a:t>high impact </a:t>
            </a:r>
            <a:r>
              <a:rPr lang="en-US" sz="1400" dirty="0">
                <a:solidFill>
                  <a:srgbClr val="000000"/>
                </a:solidFill>
                <a:latin typeface="Arial"/>
              </a:rPr>
              <a:t>areas, customer satisfaction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down)">
                                      <p:cBhvr>
                                        <p:cTn id="25" dur="580">
                                          <p:stCondLst>
                                            <p:cond delay="0"/>
                                          </p:stCondLst>
                                        </p:cTn>
                                        <p:tgtEl>
                                          <p:spTgt spid="17"/>
                                        </p:tgtEl>
                                      </p:cBhvr>
                                    </p:animEffect>
                                    <p:anim calcmode="lin" valueType="num">
                                      <p:cBhvr>
                                        <p:cTn id="26"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31" dur="26">
                                          <p:stCondLst>
                                            <p:cond delay="650"/>
                                          </p:stCondLst>
                                        </p:cTn>
                                        <p:tgtEl>
                                          <p:spTgt spid="17"/>
                                        </p:tgtEl>
                                      </p:cBhvr>
                                      <p:to x="100000" y="60000"/>
                                    </p:animScale>
                                    <p:animScale>
                                      <p:cBhvr>
                                        <p:cTn id="32" dur="166" decel="50000">
                                          <p:stCondLst>
                                            <p:cond delay="676"/>
                                          </p:stCondLst>
                                        </p:cTn>
                                        <p:tgtEl>
                                          <p:spTgt spid="17"/>
                                        </p:tgtEl>
                                      </p:cBhvr>
                                      <p:to x="100000" y="100000"/>
                                    </p:animScale>
                                    <p:animScale>
                                      <p:cBhvr>
                                        <p:cTn id="33" dur="26">
                                          <p:stCondLst>
                                            <p:cond delay="1312"/>
                                          </p:stCondLst>
                                        </p:cTn>
                                        <p:tgtEl>
                                          <p:spTgt spid="17"/>
                                        </p:tgtEl>
                                      </p:cBhvr>
                                      <p:to x="100000" y="80000"/>
                                    </p:animScale>
                                    <p:animScale>
                                      <p:cBhvr>
                                        <p:cTn id="34" dur="166" decel="50000">
                                          <p:stCondLst>
                                            <p:cond delay="1338"/>
                                          </p:stCondLst>
                                        </p:cTn>
                                        <p:tgtEl>
                                          <p:spTgt spid="17"/>
                                        </p:tgtEl>
                                      </p:cBhvr>
                                      <p:to x="100000" y="100000"/>
                                    </p:animScale>
                                    <p:animScale>
                                      <p:cBhvr>
                                        <p:cTn id="35" dur="26">
                                          <p:stCondLst>
                                            <p:cond delay="1642"/>
                                          </p:stCondLst>
                                        </p:cTn>
                                        <p:tgtEl>
                                          <p:spTgt spid="17"/>
                                        </p:tgtEl>
                                      </p:cBhvr>
                                      <p:to x="100000" y="90000"/>
                                    </p:animScale>
                                    <p:animScale>
                                      <p:cBhvr>
                                        <p:cTn id="36" dur="166" decel="50000">
                                          <p:stCondLst>
                                            <p:cond delay="1668"/>
                                          </p:stCondLst>
                                        </p:cTn>
                                        <p:tgtEl>
                                          <p:spTgt spid="17"/>
                                        </p:tgtEl>
                                      </p:cBhvr>
                                      <p:to x="100000" y="100000"/>
                                    </p:animScale>
                                    <p:animScale>
                                      <p:cBhvr>
                                        <p:cTn id="37" dur="26">
                                          <p:stCondLst>
                                            <p:cond delay="1808"/>
                                          </p:stCondLst>
                                        </p:cTn>
                                        <p:tgtEl>
                                          <p:spTgt spid="17"/>
                                        </p:tgtEl>
                                      </p:cBhvr>
                                      <p:to x="100000" y="95000"/>
                                    </p:animScale>
                                    <p:animScale>
                                      <p:cBhvr>
                                        <p:cTn id="38" dur="166" decel="50000">
                                          <p:stCondLst>
                                            <p:cond delay="1834"/>
                                          </p:stCondLst>
                                        </p:cTn>
                                        <p:tgtEl>
                                          <p:spTgt spid="17"/>
                                        </p:tgtEl>
                                      </p:cBhvr>
                                      <p:to x="100000" y="100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down)">
                                      <p:cBhvr>
                                        <p:cTn id="43" dur="580">
                                          <p:stCondLst>
                                            <p:cond delay="0"/>
                                          </p:stCondLst>
                                        </p:cTn>
                                        <p:tgtEl>
                                          <p:spTgt spid="18"/>
                                        </p:tgtEl>
                                      </p:cBhvr>
                                    </p:animEffect>
                                    <p:anim calcmode="lin" valueType="num">
                                      <p:cBhvr>
                                        <p:cTn id="44"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49" dur="26">
                                          <p:stCondLst>
                                            <p:cond delay="650"/>
                                          </p:stCondLst>
                                        </p:cTn>
                                        <p:tgtEl>
                                          <p:spTgt spid="18"/>
                                        </p:tgtEl>
                                      </p:cBhvr>
                                      <p:to x="100000" y="60000"/>
                                    </p:animScale>
                                    <p:animScale>
                                      <p:cBhvr>
                                        <p:cTn id="50" dur="166" decel="50000">
                                          <p:stCondLst>
                                            <p:cond delay="676"/>
                                          </p:stCondLst>
                                        </p:cTn>
                                        <p:tgtEl>
                                          <p:spTgt spid="18"/>
                                        </p:tgtEl>
                                      </p:cBhvr>
                                      <p:to x="100000" y="100000"/>
                                    </p:animScale>
                                    <p:animScale>
                                      <p:cBhvr>
                                        <p:cTn id="51" dur="26">
                                          <p:stCondLst>
                                            <p:cond delay="1312"/>
                                          </p:stCondLst>
                                        </p:cTn>
                                        <p:tgtEl>
                                          <p:spTgt spid="18"/>
                                        </p:tgtEl>
                                      </p:cBhvr>
                                      <p:to x="100000" y="80000"/>
                                    </p:animScale>
                                    <p:animScale>
                                      <p:cBhvr>
                                        <p:cTn id="52" dur="166" decel="50000">
                                          <p:stCondLst>
                                            <p:cond delay="1338"/>
                                          </p:stCondLst>
                                        </p:cTn>
                                        <p:tgtEl>
                                          <p:spTgt spid="18"/>
                                        </p:tgtEl>
                                      </p:cBhvr>
                                      <p:to x="100000" y="100000"/>
                                    </p:animScale>
                                    <p:animScale>
                                      <p:cBhvr>
                                        <p:cTn id="53" dur="26">
                                          <p:stCondLst>
                                            <p:cond delay="1642"/>
                                          </p:stCondLst>
                                        </p:cTn>
                                        <p:tgtEl>
                                          <p:spTgt spid="18"/>
                                        </p:tgtEl>
                                      </p:cBhvr>
                                      <p:to x="100000" y="90000"/>
                                    </p:animScale>
                                    <p:animScale>
                                      <p:cBhvr>
                                        <p:cTn id="54" dur="166" decel="50000">
                                          <p:stCondLst>
                                            <p:cond delay="1668"/>
                                          </p:stCondLst>
                                        </p:cTn>
                                        <p:tgtEl>
                                          <p:spTgt spid="18"/>
                                        </p:tgtEl>
                                      </p:cBhvr>
                                      <p:to x="100000" y="100000"/>
                                    </p:animScale>
                                    <p:animScale>
                                      <p:cBhvr>
                                        <p:cTn id="55" dur="26">
                                          <p:stCondLst>
                                            <p:cond delay="1808"/>
                                          </p:stCondLst>
                                        </p:cTn>
                                        <p:tgtEl>
                                          <p:spTgt spid="18"/>
                                        </p:tgtEl>
                                      </p:cBhvr>
                                      <p:to x="100000" y="95000"/>
                                    </p:animScale>
                                    <p:animScale>
                                      <p:cBhvr>
                                        <p:cTn id="56" dur="166" decel="50000">
                                          <p:stCondLst>
                                            <p:cond delay="1834"/>
                                          </p:stCondLst>
                                        </p:cTn>
                                        <p:tgtEl>
                                          <p:spTgt spid="18"/>
                                        </p:tgtEl>
                                      </p:cBhvr>
                                      <p:to x="100000" y="100000"/>
                                    </p:animScale>
                                  </p:childTnLst>
                                </p:cTn>
                              </p:par>
                            </p:childTnLst>
                          </p:cTn>
                        </p:par>
                      </p:childTnLst>
                    </p:cTn>
                  </p:par>
                  <p:par>
                    <p:cTn id="57" fill="hold" nodeType="clickPar">
                      <p:stCondLst>
                        <p:cond delay="indefinite"/>
                      </p:stCondLst>
                      <p:childTnLst>
                        <p:par>
                          <p:cTn id="58" fill="hold" nodeType="withGroup">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down)">
                                      <p:cBhvr>
                                        <p:cTn id="61" dur="580">
                                          <p:stCondLst>
                                            <p:cond delay="0"/>
                                          </p:stCondLst>
                                        </p:cTn>
                                        <p:tgtEl>
                                          <p:spTgt spid="21"/>
                                        </p:tgtEl>
                                      </p:cBhvr>
                                    </p:animEffect>
                                    <p:anim calcmode="lin" valueType="num">
                                      <p:cBhvr>
                                        <p:cTn id="62"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67" dur="26">
                                          <p:stCondLst>
                                            <p:cond delay="650"/>
                                          </p:stCondLst>
                                        </p:cTn>
                                        <p:tgtEl>
                                          <p:spTgt spid="21"/>
                                        </p:tgtEl>
                                      </p:cBhvr>
                                      <p:to x="100000" y="60000"/>
                                    </p:animScale>
                                    <p:animScale>
                                      <p:cBhvr>
                                        <p:cTn id="68" dur="166" decel="50000">
                                          <p:stCondLst>
                                            <p:cond delay="676"/>
                                          </p:stCondLst>
                                        </p:cTn>
                                        <p:tgtEl>
                                          <p:spTgt spid="21"/>
                                        </p:tgtEl>
                                      </p:cBhvr>
                                      <p:to x="100000" y="100000"/>
                                    </p:animScale>
                                    <p:animScale>
                                      <p:cBhvr>
                                        <p:cTn id="69" dur="26">
                                          <p:stCondLst>
                                            <p:cond delay="1312"/>
                                          </p:stCondLst>
                                        </p:cTn>
                                        <p:tgtEl>
                                          <p:spTgt spid="21"/>
                                        </p:tgtEl>
                                      </p:cBhvr>
                                      <p:to x="100000" y="80000"/>
                                    </p:animScale>
                                    <p:animScale>
                                      <p:cBhvr>
                                        <p:cTn id="70" dur="166" decel="50000">
                                          <p:stCondLst>
                                            <p:cond delay="1338"/>
                                          </p:stCondLst>
                                        </p:cTn>
                                        <p:tgtEl>
                                          <p:spTgt spid="21"/>
                                        </p:tgtEl>
                                      </p:cBhvr>
                                      <p:to x="100000" y="100000"/>
                                    </p:animScale>
                                    <p:animScale>
                                      <p:cBhvr>
                                        <p:cTn id="71" dur="26">
                                          <p:stCondLst>
                                            <p:cond delay="1642"/>
                                          </p:stCondLst>
                                        </p:cTn>
                                        <p:tgtEl>
                                          <p:spTgt spid="21"/>
                                        </p:tgtEl>
                                      </p:cBhvr>
                                      <p:to x="100000" y="90000"/>
                                    </p:animScale>
                                    <p:animScale>
                                      <p:cBhvr>
                                        <p:cTn id="72" dur="166" decel="50000">
                                          <p:stCondLst>
                                            <p:cond delay="1668"/>
                                          </p:stCondLst>
                                        </p:cTn>
                                        <p:tgtEl>
                                          <p:spTgt spid="21"/>
                                        </p:tgtEl>
                                      </p:cBhvr>
                                      <p:to x="100000" y="100000"/>
                                    </p:animScale>
                                    <p:animScale>
                                      <p:cBhvr>
                                        <p:cTn id="73" dur="26">
                                          <p:stCondLst>
                                            <p:cond delay="1808"/>
                                          </p:stCondLst>
                                        </p:cTn>
                                        <p:tgtEl>
                                          <p:spTgt spid="21"/>
                                        </p:tgtEl>
                                      </p:cBhvr>
                                      <p:to x="100000" y="95000"/>
                                    </p:animScale>
                                    <p:animScale>
                                      <p:cBhvr>
                                        <p:cTn id="74" dur="166" decel="50000">
                                          <p:stCondLst>
                                            <p:cond delay="1834"/>
                                          </p:stCondLst>
                                        </p:cTn>
                                        <p:tgtEl>
                                          <p:spTgt spid="21"/>
                                        </p:tgtEl>
                                      </p:cBhvr>
                                      <p:to x="100000" y="100000"/>
                                    </p:animScale>
                                  </p:childTnLst>
                                </p:cTn>
                              </p:par>
                            </p:childTnLst>
                          </p:cTn>
                        </p:par>
                      </p:childTnLst>
                    </p:cTn>
                  </p:par>
                  <p:par>
                    <p:cTn id="75" fill="hold" nodeType="clickPar">
                      <p:stCondLst>
                        <p:cond delay="indefinite"/>
                      </p:stCondLst>
                      <p:childTnLst>
                        <p:par>
                          <p:cTn id="76" fill="hold" nodeType="withGroup">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wipe(down)">
                                      <p:cBhvr>
                                        <p:cTn id="79" dur="580">
                                          <p:stCondLst>
                                            <p:cond delay="0"/>
                                          </p:stCondLst>
                                        </p:cTn>
                                        <p:tgtEl>
                                          <p:spTgt spid="23"/>
                                        </p:tgtEl>
                                      </p:cBhvr>
                                    </p:animEffect>
                                    <p:anim calcmode="lin" valueType="num">
                                      <p:cBhvr>
                                        <p:cTn id="80"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85" dur="26">
                                          <p:stCondLst>
                                            <p:cond delay="650"/>
                                          </p:stCondLst>
                                        </p:cTn>
                                        <p:tgtEl>
                                          <p:spTgt spid="23"/>
                                        </p:tgtEl>
                                      </p:cBhvr>
                                      <p:to x="100000" y="60000"/>
                                    </p:animScale>
                                    <p:animScale>
                                      <p:cBhvr>
                                        <p:cTn id="86" dur="166" decel="50000">
                                          <p:stCondLst>
                                            <p:cond delay="676"/>
                                          </p:stCondLst>
                                        </p:cTn>
                                        <p:tgtEl>
                                          <p:spTgt spid="23"/>
                                        </p:tgtEl>
                                      </p:cBhvr>
                                      <p:to x="100000" y="100000"/>
                                    </p:animScale>
                                    <p:animScale>
                                      <p:cBhvr>
                                        <p:cTn id="87" dur="26">
                                          <p:stCondLst>
                                            <p:cond delay="1312"/>
                                          </p:stCondLst>
                                        </p:cTn>
                                        <p:tgtEl>
                                          <p:spTgt spid="23"/>
                                        </p:tgtEl>
                                      </p:cBhvr>
                                      <p:to x="100000" y="80000"/>
                                    </p:animScale>
                                    <p:animScale>
                                      <p:cBhvr>
                                        <p:cTn id="88" dur="166" decel="50000">
                                          <p:stCondLst>
                                            <p:cond delay="1338"/>
                                          </p:stCondLst>
                                        </p:cTn>
                                        <p:tgtEl>
                                          <p:spTgt spid="23"/>
                                        </p:tgtEl>
                                      </p:cBhvr>
                                      <p:to x="100000" y="100000"/>
                                    </p:animScale>
                                    <p:animScale>
                                      <p:cBhvr>
                                        <p:cTn id="89" dur="26">
                                          <p:stCondLst>
                                            <p:cond delay="1642"/>
                                          </p:stCondLst>
                                        </p:cTn>
                                        <p:tgtEl>
                                          <p:spTgt spid="23"/>
                                        </p:tgtEl>
                                      </p:cBhvr>
                                      <p:to x="100000" y="90000"/>
                                    </p:animScale>
                                    <p:animScale>
                                      <p:cBhvr>
                                        <p:cTn id="90" dur="166" decel="50000">
                                          <p:stCondLst>
                                            <p:cond delay="1668"/>
                                          </p:stCondLst>
                                        </p:cTn>
                                        <p:tgtEl>
                                          <p:spTgt spid="23"/>
                                        </p:tgtEl>
                                      </p:cBhvr>
                                      <p:to x="100000" y="100000"/>
                                    </p:animScale>
                                    <p:animScale>
                                      <p:cBhvr>
                                        <p:cTn id="91" dur="26">
                                          <p:stCondLst>
                                            <p:cond delay="1808"/>
                                          </p:stCondLst>
                                        </p:cTn>
                                        <p:tgtEl>
                                          <p:spTgt spid="23"/>
                                        </p:tgtEl>
                                      </p:cBhvr>
                                      <p:to x="100000" y="95000"/>
                                    </p:animScale>
                                    <p:animScale>
                                      <p:cBhvr>
                                        <p:cTn id="92" dur="166" decel="50000">
                                          <p:stCondLst>
                                            <p:cond delay="1834"/>
                                          </p:stCondLst>
                                        </p:cTn>
                                        <p:tgtEl>
                                          <p:spTgt spid="2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 grpId="0" animBg="1"/>
      <p:bldP spid="18" grpId="0" animBg="1"/>
      <p:bldP spid="21"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Slide Number Placeholder 3">
            <a:extLst>
              <a:ext uri="{FF2B5EF4-FFF2-40B4-BE49-F238E27FC236}">
                <a16:creationId xmlns:a16="http://schemas.microsoft.com/office/drawing/2014/main" id="{E8E9DCB7-4D6A-999E-FF62-D4517E90E086}"/>
              </a:ext>
            </a:extLst>
          </p:cNvPr>
          <p:cNvSpPr>
            <a:spLocks noGrp="1"/>
          </p:cNvSpPr>
          <p:nvPr>
            <p:ph type="sldNum" sz="quarter" idx="10"/>
          </p:nvPr>
        </p:nvSpPr>
        <p:spPr>
          <a:xfrm>
            <a:off x="8458200" y="6400800"/>
            <a:ext cx="533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0" hangingPunct="0">
              <a:spcBef>
                <a:spcPct val="0"/>
              </a:spcBef>
              <a:buClrTx/>
              <a:buSzTx/>
              <a:buFontTx/>
              <a:buNone/>
            </a:pPr>
            <a:fld id="{C1435257-F367-4E5E-9984-B8E8F98DE11B}" type="slidenum">
              <a:rPr kumimoji="0" lang="en-US" altLang="en-US" sz="1400" smtClean="0">
                <a:latin typeface="Times New Roman" panose="02020603050405020304" pitchFamily="18" charset="0"/>
              </a:rPr>
              <a:pPr eaLnBrk="0" hangingPunct="0">
                <a:spcBef>
                  <a:spcPct val="0"/>
                </a:spcBef>
                <a:buClrTx/>
                <a:buSzTx/>
                <a:buFontTx/>
                <a:buNone/>
              </a:pPr>
              <a:t>12</a:t>
            </a:fld>
            <a:endParaRPr kumimoji="0" lang="en-US" altLang="en-US" sz="1400">
              <a:latin typeface="Times New Roman" panose="02020603050405020304" pitchFamily="18" charset="0"/>
            </a:endParaRPr>
          </a:p>
        </p:txBody>
      </p:sp>
      <p:pic>
        <p:nvPicPr>
          <p:cNvPr id="74755" name="Picture 5" descr="design">
            <a:extLst>
              <a:ext uri="{FF2B5EF4-FFF2-40B4-BE49-F238E27FC236}">
                <a16:creationId xmlns:a16="http://schemas.microsoft.com/office/drawing/2014/main" id="{2CC0326E-3892-AC1B-DE5B-56EED1F83E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428750"/>
            <a:ext cx="855663"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Picture 5">
            <a:extLst>
              <a:ext uri="{FF2B5EF4-FFF2-40B4-BE49-F238E27FC236}">
                <a16:creationId xmlns:a16="http://schemas.microsoft.com/office/drawing/2014/main" id="{4EDE6571-1A27-7EBB-F3A6-B98A8DD6F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4611688"/>
            <a:ext cx="2259013" cy="171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74757" name="Rectangle 2">
            <a:extLst>
              <a:ext uri="{FF2B5EF4-FFF2-40B4-BE49-F238E27FC236}">
                <a16:creationId xmlns:a16="http://schemas.microsoft.com/office/drawing/2014/main" id="{833DA1FA-B2EA-F0CA-2B5D-F591FF5DE515}"/>
              </a:ext>
            </a:extLst>
          </p:cNvPr>
          <p:cNvSpPr>
            <a:spLocks noChangeArrowheads="1"/>
          </p:cNvSpPr>
          <p:nvPr/>
        </p:nvSpPr>
        <p:spPr bwMode="auto">
          <a:xfrm>
            <a:off x="685800" y="381000"/>
            <a:ext cx="7848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buFont typeface="Monotype Sorts" pitchFamily="2" charset="2"/>
              <a:buNone/>
            </a:pPr>
            <a:r>
              <a:rPr lang="en-US" altLang="en-US" sz="4400" b="1">
                <a:solidFill>
                  <a:schemeClr val="accent2"/>
                </a:solidFill>
                <a:latin typeface="Comic Sans MS" panose="030F0702030302020204" pitchFamily="66" charset="0"/>
              </a:rPr>
              <a:t>Business Process Modeling</a:t>
            </a:r>
          </a:p>
        </p:txBody>
      </p:sp>
      <p:sp>
        <p:nvSpPr>
          <p:cNvPr id="5" name="TextBox 4">
            <a:extLst>
              <a:ext uri="{FF2B5EF4-FFF2-40B4-BE49-F238E27FC236}">
                <a16:creationId xmlns:a16="http://schemas.microsoft.com/office/drawing/2014/main" id="{9B9089F7-40CC-7268-A7F7-866C113736D2}"/>
              </a:ext>
            </a:extLst>
          </p:cNvPr>
          <p:cNvSpPr txBox="1"/>
          <p:nvPr/>
        </p:nvSpPr>
        <p:spPr>
          <a:xfrm>
            <a:off x="1922463" y="1371600"/>
            <a:ext cx="6002337" cy="769938"/>
          </a:xfrm>
          <a:prstGeom prst="rect">
            <a:avLst/>
          </a:prstGeom>
          <a:noFill/>
        </p:spPr>
        <p:txBody>
          <a:bodyPr>
            <a:spAutoFit/>
          </a:bodyPr>
          <a:lstStyle/>
          <a:p>
            <a:pPr eaLnBrk="1" hangingPunct="1">
              <a:defRPr/>
            </a:pPr>
            <a:r>
              <a:rPr kumimoji="1" lang="en-US" sz="2200" dirty="0">
                <a:solidFill>
                  <a:srgbClr val="000099"/>
                </a:solidFill>
                <a:latin typeface="+mn-lt"/>
              </a:rPr>
              <a:t>A </a:t>
            </a:r>
            <a:r>
              <a:rPr kumimoji="1" lang="en-US" sz="2200" dirty="0">
                <a:solidFill>
                  <a:srgbClr val="C00000"/>
                </a:solidFill>
                <a:latin typeface="+mn-lt"/>
              </a:rPr>
              <a:t>BP model (BPM) </a:t>
            </a:r>
            <a:r>
              <a:rPr kumimoji="1" lang="en-US" sz="2200" dirty="0">
                <a:solidFill>
                  <a:srgbClr val="000099"/>
                </a:solidFill>
                <a:latin typeface="+mn-lt"/>
              </a:rPr>
              <a:t>is a diagram with a visual representation of the business model</a:t>
            </a:r>
          </a:p>
        </p:txBody>
      </p:sp>
      <p:sp>
        <p:nvSpPr>
          <p:cNvPr id="7" name="TextBox 6">
            <a:extLst>
              <a:ext uri="{FF2B5EF4-FFF2-40B4-BE49-F238E27FC236}">
                <a16:creationId xmlns:a16="http://schemas.microsoft.com/office/drawing/2014/main" id="{20046354-FEDC-EBC2-6105-EB10475E5C40}"/>
              </a:ext>
            </a:extLst>
          </p:cNvPr>
          <p:cNvSpPr txBox="1"/>
          <p:nvPr/>
        </p:nvSpPr>
        <p:spPr>
          <a:xfrm>
            <a:off x="533400" y="2322513"/>
            <a:ext cx="8305800" cy="2074862"/>
          </a:xfrm>
          <a:prstGeom prst="rect">
            <a:avLst/>
          </a:prstGeom>
          <a:noFill/>
        </p:spPr>
        <p:txBody>
          <a:bodyPr>
            <a:spAutoFit/>
          </a:bodyPr>
          <a:lstStyle/>
          <a:p>
            <a:pPr marL="342900" indent="-342900" eaLnBrk="1" hangingPunct="1">
              <a:lnSpc>
                <a:spcPct val="90000"/>
              </a:lnSpc>
              <a:spcAft>
                <a:spcPts val="600"/>
              </a:spcAft>
              <a:buFont typeface="Arial" panose="020B0604020202020204" pitchFamily="34" charset="0"/>
              <a:buChar char="•"/>
              <a:defRPr/>
            </a:pPr>
            <a:r>
              <a:rPr kumimoji="1" lang="en-US" altLang="en-US" sz="2200" dirty="0">
                <a:solidFill>
                  <a:srgbClr val="000099"/>
                </a:solidFill>
                <a:latin typeface="+mn-lt"/>
              </a:rPr>
              <a:t>A </a:t>
            </a:r>
            <a:r>
              <a:rPr kumimoji="1" lang="en-US" altLang="en-US" sz="2200" dirty="0">
                <a:solidFill>
                  <a:srgbClr val="C00000"/>
                </a:solidFill>
                <a:latin typeface="+mn-lt"/>
              </a:rPr>
              <a:t>BPM</a:t>
            </a:r>
            <a:r>
              <a:rPr kumimoji="1" lang="en-US" altLang="en-US" sz="2200" dirty="0">
                <a:solidFill>
                  <a:srgbClr val="000099"/>
                </a:solidFill>
                <a:latin typeface="+mn-lt"/>
              </a:rPr>
              <a:t> is the vision of </a:t>
            </a:r>
            <a:r>
              <a:rPr kumimoji="1" lang="en-US" altLang="en-US" sz="2200" dirty="0">
                <a:solidFill>
                  <a:srgbClr val="C00000"/>
                </a:solidFill>
                <a:latin typeface="+mn-lt"/>
              </a:rPr>
              <a:t>“the work”</a:t>
            </a:r>
            <a:r>
              <a:rPr kumimoji="1" lang="en-US" altLang="en-US" sz="2200" dirty="0">
                <a:solidFill>
                  <a:srgbClr val="000099"/>
                </a:solidFill>
                <a:latin typeface="+mn-lt"/>
              </a:rPr>
              <a:t> – i.e., how it is done (baseline) and how it will be done (target). </a:t>
            </a:r>
          </a:p>
          <a:p>
            <a:pPr marL="342900" indent="-342900" eaLnBrk="1" hangingPunct="1">
              <a:lnSpc>
                <a:spcPct val="90000"/>
              </a:lnSpc>
              <a:spcAft>
                <a:spcPts val="600"/>
              </a:spcAft>
              <a:buFont typeface="Arial" panose="020B0604020202020204" pitchFamily="34" charset="0"/>
              <a:buChar char="•"/>
              <a:defRPr/>
            </a:pPr>
            <a:r>
              <a:rPr kumimoji="1" lang="en-US" altLang="en-US" sz="2200" dirty="0">
                <a:solidFill>
                  <a:srgbClr val="000099"/>
                </a:solidFill>
                <a:latin typeface="+mn-lt"/>
              </a:rPr>
              <a:t>It </a:t>
            </a:r>
            <a:r>
              <a:rPr kumimoji="1" lang="en-US" altLang="en-US" sz="2200" dirty="0">
                <a:solidFill>
                  <a:srgbClr val="C00000"/>
                </a:solidFill>
                <a:latin typeface="+mn-lt"/>
              </a:rPr>
              <a:t>fosters communication </a:t>
            </a:r>
            <a:r>
              <a:rPr kumimoji="1" lang="en-US" altLang="en-US" sz="2200" dirty="0">
                <a:solidFill>
                  <a:srgbClr val="000099"/>
                </a:solidFill>
                <a:latin typeface="+mn-lt"/>
              </a:rPr>
              <a:t>among the consulting team members and with the client – a picture is worth a 1000 words.</a:t>
            </a:r>
          </a:p>
          <a:p>
            <a:pPr marL="342900" indent="-342900" eaLnBrk="1" hangingPunct="1">
              <a:lnSpc>
                <a:spcPct val="90000"/>
              </a:lnSpc>
              <a:buFont typeface="Arial" panose="020B0604020202020204" pitchFamily="34" charset="0"/>
              <a:buChar char="•"/>
              <a:defRPr/>
            </a:pPr>
            <a:r>
              <a:rPr kumimoji="1" lang="en-US" sz="2200" dirty="0">
                <a:solidFill>
                  <a:srgbClr val="000099"/>
                </a:solidFill>
                <a:latin typeface="+mn-lt"/>
              </a:rPr>
              <a:t>It is necessary to </a:t>
            </a:r>
            <a:r>
              <a:rPr kumimoji="1" lang="en-US" sz="2200" dirty="0">
                <a:solidFill>
                  <a:srgbClr val="C00000"/>
                </a:solidFill>
                <a:latin typeface="+mn-lt"/>
              </a:rPr>
              <a:t>validate the baseline </a:t>
            </a:r>
            <a:r>
              <a:rPr kumimoji="1" lang="en-US" sz="2200" dirty="0">
                <a:solidFill>
                  <a:srgbClr val="000099"/>
                </a:solidFill>
                <a:latin typeface="+mn-lt"/>
              </a:rPr>
              <a:t>and </a:t>
            </a:r>
            <a:r>
              <a:rPr kumimoji="1" lang="en-US" sz="2200" dirty="0">
                <a:solidFill>
                  <a:srgbClr val="C00000"/>
                </a:solidFill>
                <a:latin typeface="+mn-lt"/>
              </a:rPr>
              <a:t>describe/document </a:t>
            </a:r>
            <a:r>
              <a:rPr kumimoji="1" lang="en-US" sz="2200" dirty="0">
                <a:solidFill>
                  <a:srgbClr val="000099"/>
                </a:solidFill>
                <a:latin typeface="+mn-lt"/>
              </a:rPr>
              <a:t>target BP solutions with the client.</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Slide Number Placeholder 3">
            <a:extLst>
              <a:ext uri="{FF2B5EF4-FFF2-40B4-BE49-F238E27FC236}">
                <a16:creationId xmlns:a16="http://schemas.microsoft.com/office/drawing/2014/main" id="{73149A16-AD9A-0EC0-0A90-B1A5FDCC13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l" eaLnBrk="1" hangingPunct="1">
              <a:spcBef>
                <a:spcPct val="0"/>
              </a:spcBef>
              <a:buClrTx/>
              <a:buFontTx/>
              <a:buNone/>
            </a:pPr>
            <a:fld id="{DA56E485-40DE-4F8B-84A4-FA2C1BFF1870}" type="slidenum">
              <a:rPr kumimoji="0" lang="en-US" altLang="en-US" sz="1400" smtClean="0">
                <a:solidFill>
                  <a:srgbClr val="000000"/>
                </a:solidFill>
                <a:latin typeface="Times New Roman" panose="02020603050405020304" pitchFamily="18" charset="0"/>
              </a:rPr>
              <a:pPr algn="l" eaLnBrk="1" hangingPunct="1">
                <a:spcBef>
                  <a:spcPct val="0"/>
                </a:spcBef>
                <a:buClrTx/>
                <a:buFontTx/>
                <a:buNone/>
              </a:pPr>
              <a:t>13</a:t>
            </a:fld>
            <a:endParaRPr kumimoji="0" lang="en-US" altLang="en-US" sz="1400">
              <a:solidFill>
                <a:srgbClr val="000000"/>
              </a:solidFill>
              <a:latin typeface="Times New Roman" panose="02020603050405020304" pitchFamily="18" charset="0"/>
            </a:endParaRPr>
          </a:p>
        </p:txBody>
      </p:sp>
      <p:sp>
        <p:nvSpPr>
          <p:cNvPr id="76803" name="Rectangle 2">
            <a:extLst>
              <a:ext uri="{FF2B5EF4-FFF2-40B4-BE49-F238E27FC236}">
                <a16:creationId xmlns:a16="http://schemas.microsoft.com/office/drawing/2014/main" id="{B28C92A3-FA3D-CD6E-7C40-1CF3AFBD5639}"/>
              </a:ext>
            </a:extLst>
          </p:cNvPr>
          <p:cNvSpPr>
            <a:spLocks noGrp="1" noChangeArrowheads="1"/>
          </p:cNvSpPr>
          <p:nvPr>
            <p:ph type="title"/>
          </p:nvPr>
        </p:nvSpPr>
        <p:spPr>
          <a:xfrm>
            <a:off x="0" y="571500"/>
            <a:ext cx="9144000" cy="609600"/>
          </a:xfrm>
        </p:spPr>
        <p:txBody>
          <a:bodyPr lIns="92075" tIns="46038" rIns="92075" bIns="46038"/>
          <a:lstStyle/>
          <a:p>
            <a:pPr algn="ctr"/>
            <a:r>
              <a:rPr lang="en-US" altLang="en-US" sz="2400" b="1">
                <a:ea typeface="ＭＳ Ｐゴシック" panose="020B0600070205080204" pitchFamily="34" charset="-128"/>
              </a:rPr>
              <a:t>Cross-Functional BPM Main Symbols</a:t>
            </a:r>
          </a:p>
        </p:txBody>
      </p:sp>
      <p:sp>
        <p:nvSpPr>
          <p:cNvPr id="35844" name="Rectangle 3">
            <a:extLst>
              <a:ext uri="{FF2B5EF4-FFF2-40B4-BE49-F238E27FC236}">
                <a16:creationId xmlns:a16="http://schemas.microsoft.com/office/drawing/2014/main" id="{42461EB1-401D-6E3C-D1AD-2FA49036D1BC}"/>
              </a:ext>
            </a:extLst>
          </p:cNvPr>
          <p:cNvSpPr>
            <a:spLocks noGrp="1" noChangeArrowheads="1"/>
          </p:cNvSpPr>
          <p:nvPr>
            <p:ph type="body" idx="1"/>
          </p:nvPr>
        </p:nvSpPr>
        <p:spPr>
          <a:xfrm>
            <a:off x="465138" y="1524000"/>
            <a:ext cx="6850062" cy="3810000"/>
          </a:xfrm>
        </p:spPr>
        <p:txBody>
          <a:bodyPr lIns="92075" tIns="46038" rIns="92075" bIns="46038"/>
          <a:lstStyle/>
          <a:p>
            <a:pPr marL="234950" indent="-234950">
              <a:lnSpc>
                <a:spcPct val="80000"/>
              </a:lnSpc>
              <a:spcAft>
                <a:spcPts val="1200"/>
              </a:spcAft>
            </a:pPr>
            <a:r>
              <a:rPr lang="en-US" altLang="en-US" sz="2000" b="1">
                <a:solidFill>
                  <a:schemeClr val="folHlink"/>
                </a:solidFill>
                <a:ea typeface="ＭＳ Ｐゴシック" panose="020B0600070205080204" pitchFamily="34" charset="-128"/>
              </a:rPr>
              <a:t>Terminator: </a:t>
            </a:r>
            <a:r>
              <a:rPr lang="en-US" altLang="en-US" sz="2000">
                <a:ea typeface="ＭＳ Ｐゴシック" panose="020B0600070205080204" pitchFamily="34" charset="-128"/>
              </a:rPr>
              <a:t>all processes must have </a:t>
            </a:r>
            <a:r>
              <a:rPr lang="en-US" altLang="en-US" sz="2000">
                <a:solidFill>
                  <a:srgbClr val="0070C0"/>
                </a:solidFill>
                <a:ea typeface="ＭＳ Ｐゴシック" panose="020B0600070205080204" pitchFamily="34" charset="-128"/>
              </a:rPr>
              <a:t>ONE </a:t>
            </a:r>
            <a:r>
              <a:rPr lang="en-US" altLang="en-US" sz="2000" b="1">
                <a:solidFill>
                  <a:srgbClr val="0070C0"/>
                </a:solidFill>
                <a:ea typeface="ＭＳ Ｐゴシック" panose="020B0600070205080204" pitchFamily="34" charset="-128"/>
              </a:rPr>
              <a:t>Start</a:t>
            </a:r>
            <a:r>
              <a:rPr lang="en-US" altLang="en-US" sz="2000">
                <a:solidFill>
                  <a:srgbClr val="0070C0"/>
                </a:solidFill>
                <a:ea typeface="ＭＳ Ｐゴシック" panose="020B0600070205080204" pitchFamily="34" charset="-128"/>
              </a:rPr>
              <a:t> </a:t>
            </a:r>
            <a:r>
              <a:rPr lang="en-US" altLang="en-US" sz="2000">
                <a:ea typeface="ＭＳ Ｐゴシック" panose="020B0600070205080204" pitchFamily="34" charset="-128"/>
              </a:rPr>
              <a:t>and </a:t>
            </a:r>
            <a:r>
              <a:rPr lang="en-US" altLang="en-US" sz="2000">
                <a:solidFill>
                  <a:srgbClr val="0070C0"/>
                </a:solidFill>
                <a:ea typeface="ＭＳ Ｐゴシック" panose="020B0600070205080204" pitchFamily="34" charset="-128"/>
              </a:rPr>
              <a:t>ONE </a:t>
            </a:r>
            <a:r>
              <a:rPr lang="en-US" altLang="en-US" sz="2000" b="1">
                <a:solidFill>
                  <a:srgbClr val="0070C0"/>
                </a:solidFill>
                <a:ea typeface="ＭＳ Ｐゴシック" panose="020B0600070205080204" pitchFamily="34" charset="-128"/>
              </a:rPr>
              <a:t>End</a:t>
            </a:r>
            <a:r>
              <a:rPr lang="en-US" altLang="en-US" sz="2000">
                <a:solidFill>
                  <a:srgbClr val="0070C0"/>
                </a:solidFill>
                <a:ea typeface="ＭＳ Ｐゴシック" panose="020B0600070205080204" pitchFamily="34" charset="-128"/>
              </a:rPr>
              <a:t> </a:t>
            </a:r>
            <a:r>
              <a:rPr lang="en-US" altLang="en-US" sz="2000">
                <a:ea typeface="ＭＳ Ｐゴシック" panose="020B0600070205080204" pitchFamily="34" charset="-128"/>
              </a:rPr>
              <a:t>point/symbols. </a:t>
            </a:r>
            <a:r>
              <a:rPr lang="en-US" altLang="en-US" sz="2000">
                <a:solidFill>
                  <a:srgbClr val="0070C0"/>
                </a:solidFill>
                <a:ea typeface="ＭＳ Ｐゴシック" panose="020B0600070205080204" pitchFamily="34" charset="-128"/>
              </a:rPr>
              <a:t>Start</a:t>
            </a:r>
            <a:r>
              <a:rPr lang="en-US" altLang="en-US" sz="2000">
                <a:ea typeface="ＭＳ Ｐゴシック" panose="020B0600070205080204" pitchFamily="34" charset="-128"/>
              </a:rPr>
              <a:t> symbols have </a:t>
            </a:r>
            <a:r>
              <a:rPr lang="en-US" altLang="en-US" sz="2000">
                <a:solidFill>
                  <a:srgbClr val="0070C0"/>
                </a:solidFill>
                <a:ea typeface="ＭＳ Ｐゴシック" panose="020B0600070205080204" pitchFamily="34" charset="-128"/>
              </a:rPr>
              <a:t>NO input </a:t>
            </a:r>
            <a:r>
              <a:rPr lang="en-US" altLang="en-US" sz="2000">
                <a:ea typeface="ＭＳ Ｐゴシック" panose="020B0600070205080204" pitchFamily="34" charset="-128"/>
              </a:rPr>
              <a:t>and exactly </a:t>
            </a:r>
            <a:r>
              <a:rPr lang="en-US" altLang="en-US" sz="2000">
                <a:solidFill>
                  <a:srgbClr val="0070C0"/>
                </a:solidFill>
                <a:ea typeface="ＭＳ Ｐゴシック" panose="020B0600070205080204" pitchFamily="34" charset="-128"/>
              </a:rPr>
              <a:t>1 output</a:t>
            </a:r>
            <a:r>
              <a:rPr lang="en-US" altLang="en-US" sz="2000">
                <a:ea typeface="ＭＳ Ｐゴシック" panose="020B0600070205080204" pitchFamily="34" charset="-128"/>
              </a:rPr>
              <a:t>; </a:t>
            </a:r>
            <a:r>
              <a:rPr lang="en-US" altLang="en-US" sz="2000">
                <a:solidFill>
                  <a:srgbClr val="0070C0"/>
                </a:solidFill>
                <a:ea typeface="ＭＳ Ｐゴシック" panose="020B0600070205080204" pitchFamily="34" charset="-128"/>
              </a:rPr>
              <a:t>End</a:t>
            </a:r>
            <a:r>
              <a:rPr lang="en-US" altLang="en-US" sz="2000">
                <a:ea typeface="ＭＳ Ｐゴシック" panose="020B0600070205080204" pitchFamily="34" charset="-128"/>
              </a:rPr>
              <a:t> symbols have </a:t>
            </a:r>
            <a:r>
              <a:rPr lang="en-US" altLang="en-US" sz="2000">
                <a:solidFill>
                  <a:srgbClr val="0070C0"/>
                </a:solidFill>
                <a:ea typeface="ＭＳ Ｐゴシック" panose="020B0600070205080204" pitchFamily="34" charset="-128"/>
              </a:rPr>
              <a:t>1 or more inputs </a:t>
            </a:r>
            <a:r>
              <a:rPr lang="en-US" altLang="en-US" sz="2000">
                <a:ea typeface="ＭＳ Ｐゴシック" panose="020B0600070205080204" pitchFamily="34" charset="-128"/>
              </a:rPr>
              <a:t>and </a:t>
            </a:r>
            <a:r>
              <a:rPr lang="en-US" altLang="en-US" sz="2000">
                <a:solidFill>
                  <a:srgbClr val="0070C0"/>
                </a:solidFill>
                <a:ea typeface="ＭＳ Ｐゴシック" panose="020B0600070205080204" pitchFamily="34" charset="-128"/>
              </a:rPr>
              <a:t>no output</a:t>
            </a:r>
            <a:r>
              <a:rPr lang="en-US" altLang="en-US" sz="2000">
                <a:ea typeface="ＭＳ Ｐゴシック" panose="020B0600070205080204" pitchFamily="34" charset="-128"/>
              </a:rPr>
              <a:t>.</a:t>
            </a:r>
            <a:endParaRPr lang="en-US" altLang="en-US" sz="2000" b="1">
              <a:solidFill>
                <a:schemeClr val="folHlink"/>
              </a:solidFill>
              <a:ea typeface="ＭＳ Ｐゴシック" panose="020B0600070205080204" pitchFamily="34" charset="-128"/>
            </a:endParaRPr>
          </a:p>
          <a:p>
            <a:pPr marL="234950" indent="-234950">
              <a:lnSpc>
                <a:spcPct val="80000"/>
              </a:lnSpc>
              <a:spcAft>
                <a:spcPts val="1200"/>
              </a:spcAft>
            </a:pPr>
            <a:r>
              <a:rPr lang="en-US" altLang="en-US" sz="2000" b="1">
                <a:solidFill>
                  <a:schemeClr val="folHlink"/>
                </a:solidFill>
                <a:ea typeface="ＭＳ Ｐゴシック" panose="020B0600070205080204" pitchFamily="34" charset="-128"/>
              </a:rPr>
              <a:t>Process step</a:t>
            </a:r>
            <a:r>
              <a:rPr lang="en-US" altLang="en-US" sz="2000">
                <a:solidFill>
                  <a:schemeClr val="folHlink"/>
                </a:solidFill>
                <a:ea typeface="ＭＳ Ｐゴシック" panose="020B0600070205080204" pitchFamily="34" charset="-128"/>
              </a:rPr>
              <a:t>:</a:t>
            </a:r>
            <a:r>
              <a:rPr lang="en-US" altLang="en-US" sz="2000">
                <a:ea typeface="ＭＳ Ｐゴシック" panose="020B0600070205080204" pitchFamily="34" charset="-128"/>
              </a:rPr>
              <a:t> a specific step in the process – it can have </a:t>
            </a:r>
            <a:r>
              <a:rPr lang="en-US" altLang="en-US" sz="2000">
                <a:solidFill>
                  <a:srgbClr val="0070C0"/>
                </a:solidFill>
                <a:ea typeface="ＭＳ Ｐゴシック" panose="020B0600070205080204" pitchFamily="34" charset="-128"/>
              </a:rPr>
              <a:t>1 or more inputs</a:t>
            </a:r>
            <a:r>
              <a:rPr lang="en-US" altLang="en-US" sz="2000">
                <a:ea typeface="ＭＳ Ｐゴシック" panose="020B0600070205080204" pitchFamily="34" charset="-128"/>
              </a:rPr>
              <a:t>, but it can </a:t>
            </a:r>
            <a:r>
              <a:rPr lang="en-US" altLang="en-US" sz="2000">
                <a:solidFill>
                  <a:srgbClr val="0070C0"/>
                </a:solidFill>
                <a:ea typeface="ＭＳ Ｐゴシック" panose="020B0600070205080204" pitchFamily="34" charset="-128"/>
              </a:rPr>
              <a:t>ONLY</a:t>
            </a:r>
            <a:r>
              <a:rPr lang="en-US" altLang="en-US" sz="2000">
                <a:ea typeface="ＭＳ Ｐゴシック" panose="020B0600070205080204" pitchFamily="34" charset="-128"/>
              </a:rPr>
              <a:t> have </a:t>
            </a:r>
            <a:r>
              <a:rPr lang="en-US" altLang="en-US" sz="2000">
                <a:solidFill>
                  <a:srgbClr val="0070C0"/>
                </a:solidFill>
                <a:ea typeface="ＭＳ Ｐゴシック" panose="020B0600070205080204" pitchFamily="34" charset="-128"/>
              </a:rPr>
              <a:t>1 output </a:t>
            </a:r>
            <a:r>
              <a:rPr lang="en-US" altLang="en-US" sz="2000">
                <a:ea typeface="ＭＳ Ｐゴシック" panose="020B0600070205080204" pitchFamily="34" charset="-128"/>
              </a:rPr>
              <a:t>(if more than 1 output is needed, use a decision or fork symbol). </a:t>
            </a:r>
            <a:r>
              <a:rPr lang="en-US" altLang="en-US" sz="2000">
                <a:solidFill>
                  <a:srgbClr val="0070C0"/>
                </a:solidFill>
                <a:ea typeface="ＭＳ Ｐゴシック" panose="020B0600070205080204" pitchFamily="34" charset="-128"/>
              </a:rPr>
              <a:t>Steps cannot stand alone, i.e., there cannot be a step without at least 1 input and without 1 output.</a:t>
            </a:r>
          </a:p>
          <a:p>
            <a:pPr marL="234950" indent="-234950">
              <a:lnSpc>
                <a:spcPct val="80000"/>
              </a:lnSpc>
              <a:spcAft>
                <a:spcPts val="1200"/>
              </a:spcAft>
            </a:pPr>
            <a:r>
              <a:rPr lang="en-US" altLang="en-US" sz="2000" b="1">
                <a:solidFill>
                  <a:schemeClr val="folHlink"/>
                </a:solidFill>
                <a:ea typeface="ＭＳ Ｐゴシック" panose="020B0600070205080204" pitchFamily="34" charset="-128"/>
              </a:rPr>
              <a:t>Pre-defined process step</a:t>
            </a:r>
            <a:r>
              <a:rPr lang="en-US" altLang="en-US" sz="2000">
                <a:solidFill>
                  <a:schemeClr val="folHlink"/>
                </a:solidFill>
                <a:ea typeface="ＭＳ Ｐゴシック" panose="020B0600070205080204" pitchFamily="34" charset="-128"/>
              </a:rPr>
              <a:t>:</a:t>
            </a:r>
            <a:r>
              <a:rPr lang="en-US" altLang="en-US" sz="2000">
                <a:ea typeface="ＭＳ Ｐゴシック" panose="020B0600070205080204" pitchFamily="34" charset="-128"/>
              </a:rPr>
              <a:t> a group of steps and flows grouped into a sub-process. They are useful to simplify the diagramming of complex processes.</a:t>
            </a:r>
          </a:p>
          <a:p>
            <a:pPr marL="234950" indent="-234950">
              <a:lnSpc>
                <a:spcPct val="80000"/>
              </a:lnSpc>
              <a:spcAft>
                <a:spcPts val="1200"/>
              </a:spcAft>
            </a:pPr>
            <a:r>
              <a:rPr lang="en-US" altLang="en-US" sz="2000" b="1">
                <a:solidFill>
                  <a:schemeClr val="folHlink"/>
                </a:solidFill>
                <a:ea typeface="ＭＳ Ｐゴシック" panose="020B0600070205080204" pitchFamily="34" charset="-128"/>
              </a:rPr>
              <a:t>Decision</a:t>
            </a:r>
            <a:r>
              <a:rPr lang="en-US" altLang="en-US" sz="2000">
                <a:solidFill>
                  <a:schemeClr val="folHlink"/>
                </a:solidFill>
                <a:ea typeface="ＭＳ Ｐゴシック" panose="020B0600070205080204" pitchFamily="34" charset="-128"/>
              </a:rPr>
              <a:t>:</a:t>
            </a:r>
            <a:r>
              <a:rPr lang="en-US" altLang="en-US" sz="2000">
                <a:ea typeface="ＭＳ Ｐゴシック" panose="020B0600070205080204" pitchFamily="34" charset="-128"/>
              </a:rPr>
              <a:t> a question or a branching in the process flow it </a:t>
            </a:r>
            <a:r>
              <a:rPr lang="en-US" altLang="en-US" sz="2000">
                <a:solidFill>
                  <a:srgbClr val="0070C0"/>
                </a:solidFill>
                <a:ea typeface="ＭＳ Ｐゴシック" panose="020B0600070205080204" pitchFamily="34" charset="-128"/>
              </a:rPr>
              <a:t>CAN</a:t>
            </a:r>
            <a:r>
              <a:rPr lang="en-US" altLang="en-US" sz="2000">
                <a:ea typeface="ＭＳ Ｐゴシック" panose="020B0600070205080204" pitchFamily="34" charset="-128"/>
              </a:rPr>
              <a:t> have 1 or more inputs and </a:t>
            </a:r>
            <a:r>
              <a:rPr lang="en-US" altLang="en-US" sz="2000">
                <a:solidFill>
                  <a:srgbClr val="0070C0"/>
                </a:solidFill>
                <a:ea typeface="ＭＳ Ｐゴシック" panose="020B0600070205080204" pitchFamily="34" charset="-128"/>
              </a:rPr>
              <a:t>MUST</a:t>
            </a:r>
            <a:r>
              <a:rPr lang="en-US" altLang="en-US" sz="2000">
                <a:ea typeface="ＭＳ Ｐゴシック" panose="020B0600070205080204" pitchFamily="34" charset="-128"/>
              </a:rPr>
              <a:t> have </a:t>
            </a:r>
            <a:r>
              <a:rPr lang="en-US" altLang="en-US" sz="2000">
                <a:solidFill>
                  <a:srgbClr val="0070C0"/>
                </a:solidFill>
                <a:ea typeface="ＭＳ Ｐゴシック" panose="020B0600070205080204" pitchFamily="34" charset="-128"/>
              </a:rPr>
              <a:t>1 </a:t>
            </a:r>
            <a:r>
              <a:rPr lang="en-US" altLang="en-US" sz="2000" u="sng">
                <a:solidFill>
                  <a:srgbClr val="0070C0"/>
                </a:solidFill>
                <a:ea typeface="ＭＳ Ｐゴシック" panose="020B0600070205080204" pitchFamily="34" charset="-128"/>
              </a:rPr>
              <a:t>labeled</a:t>
            </a:r>
            <a:r>
              <a:rPr lang="en-US" altLang="en-US" sz="2000">
                <a:ea typeface="ＭＳ Ｐゴシック" panose="020B0600070205080204" pitchFamily="34" charset="-128"/>
              </a:rPr>
              <a:t> output for </a:t>
            </a:r>
            <a:r>
              <a:rPr lang="en-US" altLang="en-US" sz="2000">
                <a:solidFill>
                  <a:srgbClr val="0070C0"/>
                </a:solidFill>
                <a:ea typeface="ＭＳ Ｐゴシック" panose="020B0600070205080204" pitchFamily="34" charset="-128"/>
              </a:rPr>
              <a:t>EACH</a:t>
            </a:r>
            <a:r>
              <a:rPr lang="en-US" altLang="en-US" sz="2000">
                <a:ea typeface="ＭＳ Ｐゴシック" panose="020B0600070205080204" pitchFamily="34" charset="-128"/>
              </a:rPr>
              <a:t> possible decision outcome. </a:t>
            </a:r>
            <a:r>
              <a:rPr lang="en-US" altLang="en-US" sz="2000">
                <a:solidFill>
                  <a:srgbClr val="0070C0"/>
                </a:solidFill>
                <a:ea typeface="ＭＳ Ｐゴシック" panose="020B0600070205080204" pitchFamily="34" charset="-128"/>
              </a:rPr>
              <a:t>There cannot be a decision without at least 1 input and without at least 1 output.</a:t>
            </a:r>
          </a:p>
          <a:p>
            <a:pPr marL="234950" indent="-234950">
              <a:lnSpc>
                <a:spcPct val="80000"/>
              </a:lnSpc>
              <a:spcAft>
                <a:spcPts val="1200"/>
              </a:spcAft>
            </a:pPr>
            <a:endParaRPr lang="en-US" altLang="en-US" sz="2000">
              <a:ea typeface="ＭＳ Ｐゴシック" panose="020B0600070205080204" pitchFamily="34" charset="-128"/>
            </a:endParaRPr>
          </a:p>
        </p:txBody>
      </p:sp>
      <p:pic>
        <p:nvPicPr>
          <p:cNvPr id="35846" name="Picture 16">
            <a:extLst>
              <a:ext uri="{FF2B5EF4-FFF2-40B4-BE49-F238E27FC236}">
                <a16:creationId xmlns:a16="http://schemas.microsoft.com/office/drawing/2014/main" id="{D7885F89-2175-5232-4D5D-0C0AA6DE3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1113" y="3076575"/>
            <a:ext cx="1066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17">
            <a:extLst>
              <a:ext uri="{FF2B5EF4-FFF2-40B4-BE49-F238E27FC236}">
                <a16:creationId xmlns:a16="http://schemas.microsoft.com/office/drawing/2014/main" id="{C82ACE66-6F5E-9D2E-12D9-85855EA2CB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1113" y="4370388"/>
            <a:ext cx="1066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18">
            <a:extLst>
              <a:ext uri="{FF2B5EF4-FFF2-40B4-BE49-F238E27FC236}">
                <a16:creationId xmlns:a16="http://schemas.microsoft.com/office/drawing/2014/main" id="{A6AEFD89-55EA-C54B-89B8-5BD7CD1B19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3175" y="5208588"/>
            <a:ext cx="1227138"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8" name="Picture 13">
            <a:extLst>
              <a:ext uri="{FF2B5EF4-FFF2-40B4-BE49-F238E27FC236}">
                <a16:creationId xmlns:a16="http://schemas.microsoft.com/office/drawing/2014/main" id="{7372099B-DE94-B7EF-357D-392BFB8547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7638" y="1677988"/>
            <a:ext cx="792162"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809" name="Picture 14">
            <a:extLst>
              <a:ext uri="{FF2B5EF4-FFF2-40B4-BE49-F238E27FC236}">
                <a16:creationId xmlns:a16="http://schemas.microsoft.com/office/drawing/2014/main" id="{87888C5C-3191-A9F7-66FA-76D2B6BEED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00975" y="2058988"/>
            <a:ext cx="877888"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84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Slide Number Placeholder 3">
            <a:extLst>
              <a:ext uri="{FF2B5EF4-FFF2-40B4-BE49-F238E27FC236}">
                <a16:creationId xmlns:a16="http://schemas.microsoft.com/office/drawing/2014/main" id="{2930BA2B-2FD1-AEA9-57D1-B8D64C0D18F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lgn="l" eaLnBrk="1" hangingPunct="1">
              <a:spcBef>
                <a:spcPct val="0"/>
              </a:spcBef>
              <a:buClrTx/>
              <a:buFontTx/>
              <a:buNone/>
            </a:pPr>
            <a:fld id="{AD0EB683-642E-43B8-8910-9435D60F1A62}" type="slidenum">
              <a:rPr kumimoji="0" lang="en-US" altLang="en-US" sz="1400" smtClean="0">
                <a:solidFill>
                  <a:srgbClr val="000000"/>
                </a:solidFill>
                <a:latin typeface="Times New Roman" panose="02020603050405020304" pitchFamily="18" charset="0"/>
              </a:rPr>
              <a:pPr algn="l" eaLnBrk="1" hangingPunct="1">
                <a:spcBef>
                  <a:spcPct val="0"/>
                </a:spcBef>
                <a:buClrTx/>
                <a:buFontTx/>
                <a:buNone/>
              </a:pPr>
              <a:t>14</a:t>
            </a:fld>
            <a:endParaRPr kumimoji="0" lang="en-US" altLang="en-US" sz="1400">
              <a:solidFill>
                <a:srgbClr val="000000"/>
              </a:solidFill>
              <a:latin typeface="Times New Roman" panose="02020603050405020304" pitchFamily="18" charset="0"/>
            </a:endParaRPr>
          </a:p>
        </p:txBody>
      </p:sp>
      <p:sp>
        <p:nvSpPr>
          <p:cNvPr id="78851" name="Rectangle 2">
            <a:extLst>
              <a:ext uri="{FF2B5EF4-FFF2-40B4-BE49-F238E27FC236}">
                <a16:creationId xmlns:a16="http://schemas.microsoft.com/office/drawing/2014/main" id="{DF7A8C30-D745-5F14-493B-DE7F3E61E762}"/>
              </a:ext>
            </a:extLst>
          </p:cNvPr>
          <p:cNvSpPr>
            <a:spLocks noGrp="1" noChangeArrowheads="1"/>
          </p:cNvSpPr>
          <p:nvPr>
            <p:ph type="title"/>
          </p:nvPr>
        </p:nvSpPr>
        <p:spPr>
          <a:xfrm>
            <a:off x="0" y="609600"/>
            <a:ext cx="9144000" cy="609600"/>
          </a:xfrm>
        </p:spPr>
        <p:txBody>
          <a:bodyPr lIns="92075" tIns="46038" rIns="92075" bIns="46038"/>
          <a:lstStyle/>
          <a:p>
            <a:pPr algn="ctr"/>
            <a:r>
              <a:rPr lang="en-US" altLang="en-US" sz="2400" b="1">
                <a:ea typeface="ＭＳ Ｐゴシック" panose="020B0600070205080204" pitchFamily="34" charset="-128"/>
              </a:rPr>
              <a:t>Cross-Functional BPM Main Symbols </a:t>
            </a:r>
            <a:r>
              <a:rPr lang="en-US" altLang="en-US" sz="1800">
                <a:ea typeface="ＭＳ Ｐゴシック" panose="020B0600070205080204" pitchFamily="34" charset="-128"/>
              </a:rPr>
              <a:t>(cont’d.)</a:t>
            </a:r>
            <a:endParaRPr lang="en-US" altLang="en-US" sz="2400">
              <a:ea typeface="ＭＳ Ｐゴシック" panose="020B0600070205080204" pitchFamily="34" charset="-128"/>
            </a:endParaRPr>
          </a:p>
        </p:txBody>
      </p:sp>
      <p:sp>
        <p:nvSpPr>
          <p:cNvPr id="35844" name="Rectangle 3">
            <a:extLst>
              <a:ext uri="{FF2B5EF4-FFF2-40B4-BE49-F238E27FC236}">
                <a16:creationId xmlns:a16="http://schemas.microsoft.com/office/drawing/2014/main" id="{2A539A05-5F84-15A1-4967-5355FFAF0759}"/>
              </a:ext>
            </a:extLst>
          </p:cNvPr>
          <p:cNvSpPr>
            <a:spLocks noGrp="1" noChangeArrowheads="1"/>
          </p:cNvSpPr>
          <p:nvPr>
            <p:ph type="body" idx="1"/>
          </p:nvPr>
        </p:nvSpPr>
        <p:spPr>
          <a:xfrm>
            <a:off x="369888" y="1600200"/>
            <a:ext cx="6781800" cy="5105400"/>
          </a:xfrm>
        </p:spPr>
        <p:txBody>
          <a:bodyPr lIns="92075" tIns="46038" rIns="92075" bIns="46038"/>
          <a:lstStyle/>
          <a:p>
            <a:pPr marL="234950" indent="-234950">
              <a:lnSpc>
                <a:spcPct val="80000"/>
              </a:lnSpc>
              <a:spcAft>
                <a:spcPts val="1200"/>
              </a:spcAft>
            </a:pPr>
            <a:r>
              <a:rPr lang="en-US" altLang="en-US" sz="2000" b="1" dirty="0">
                <a:solidFill>
                  <a:schemeClr val="folHlink"/>
                </a:solidFill>
                <a:ea typeface="ＭＳ Ｐゴシック" panose="020B0600070205080204" pitchFamily="34" charset="-128"/>
              </a:rPr>
              <a:t>Process flow</a:t>
            </a:r>
            <a:r>
              <a:rPr lang="en-US" altLang="en-US" sz="2000" dirty="0">
                <a:solidFill>
                  <a:schemeClr val="folHlink"/>
                </a:solidFill>
                <a:ea typeface="ＭＳ Ｐゴシック" panose="020B0600070205080204" pitchFamily="34" charset="-128"/>
              </a:rPr>
              <a:t>:</a:t>
            </a:r>
            <a:r>
              <a:rPr lang="en-US" altLang="en-US" sz="2000" dirty="0">
                <a:ea typeface="ＭＳ Ｐゴシック" panose="020B0600070205080204" pitchFamily="34" charset="-128"/>
              </a:rPr>
              <a:t> a directed arrow that specifies the process sequence. A flow MUST come from a symbol and connect to another symbol, i.e., flows CANNOT be disconnected.</a:t>
            </a:r>
          </a:p>
          <a:p>
            <a:pPr marL="234950" indent="-234950">
              <a:lnSpc>
                <a:spcPct val="80000"/>
              </a:lnSpc>
              <a:spcAft>
                <a:spcPts val="1200"/>
              </a:spcAft>
            </a:pPr>
            <a:r>
              <a:rPr lang="en-US" altLang="en-US" sz="2000" b="1" dirty="0">
                <a:solidFill>
                  <a:schemeClr val="folHlink"/>
                </a:solidFill>
                <a:ea typeface="ＭＳ Ｐゴシック" panose="020B0600070205080204" pitchFamily="34" charset="-128"/>
              </a:rPr>
              <a:t>Functional bands or swim lanes:</a:t>
            </a:r>
            <a:r>
              <a:rPr lang="en-US" altLang="en-US" sz="2000" dirty="0">
                <a:ea typeface="ＭＳ Ｐゴシック" panose="020B0600070205080204" pitchFamily="34" charset="-128"/>
              </a:rPr>
              <a:t> show which departments, units or functional roles are associated with different parts of the process</a:t>
            </a:r>
          </a:p>
          <a:p>
            <a:pPr marL="234950" indent="-234950">
              <a:lnSpc>
                <a:spcPct val="80000"/>
              </a:lnSpc>
              <a:spcAft>
                <a:spcPts val="1200"/>
              </a:spcAft>
            </a:pPr>
            <a:r>
              <a:rPr lang="en-US" altLang="en-US" sz="2000" b="1" dirty="0">
                <a:solidFill>
                  <a:schemeClr val="folHlink"/>
                </a:solidFill>
                <a:ea typeface="ＭＳ Ｐゴシック" panose="020B0600070205080204" pitchFamily="34" charset="-128"/>
              </a:rPr>
              <a:t>Phase separators:</a:t>
            </a:r>
            <a:r>
              <a:rPr lang="en-US" altLang="en-US" sz="2000" dirty="0">
                <a:ea typeface="ＭＳ Ｐゴシック" panose="020B0600070205080204" pitchFamily="34" charset="-128"/>
              </a:rPr>
              <a:t> differentiate different phases of the process sequence (i.e., timing)</a:t>
            </a:r>
          </a:p>
          <a:p>
            <a:pPr marL="234950" indent="-234950">
              <a:lnSpc>
                <a:spcPct val="80000"/>
              </a:lnSpc>
              <a:spcAft>
                <a:spcPct val="20000"/>
              </a:spcAft>
            </a:pPr>
            <a:r>
              <a:rPr lang="en-US" altLang="en-US" sz="2000" b="1" dirty="0">
                <a:solidFill>
                  <a:schemeClr val="folHlink"/>
                </a:solidFill>
                <a:ea typeface="ＭＳ Ｐゴシック" panose="020B0600070205080204" pitchFamily="34" charset="-128"/>
              </a:rPr>
              <a:t>Parallel Processing:</a:t>
            </a:r>
            <a:r>
              <a:rPr lang="en-US" altLang="en-US" sz="2000" dirty="0">
                <a:ea typeface="ＭＳ Ｐゴシック" panose="020B0600070205080204" pitchFamily="34" charset="-128"/>
              </a:rPr>
              <a:t> use these to branch out into multiple parallel flows or to merge them into a single flow.</a:t>
            </a:r>
          </a:p>
          <a:p>
            <a:pPr marL="396875" lvl="1" indent="-166688">
              <a:lnSpc>
                <a:spcPct val="80000"/>
              </a:lnSpc>
              <a:spcAft>
                <a:spcPct val="20000"/>
              </a:spcAft>
            </a:pPr>
            <a:r>
              <a:rPr lang="en-US" altLang="en-US" sz="1800" dirty="0">
                <a:ea typeface="ＭＳ Ｐゴシック" panose="020B0600070205080204" pitchFamily="34" charset="-128"/>
              </a:rPr>
              <a:t>A </a:t>
            </a:r>
            <a:r>
              <a:rPr lang="en-US" altLang="en-US" sz="1800" b="1" dirty="0">
                <a:solidFill>
                  <a:srgbClr val="0070C0"/>
                </a:solidFill>
                <a:ea typeface="ＭＳ Ｐゴシック" panose="020B0600070205080204" pitchFamily="34" charset="-128"/>
              </a:rPr>
              <a:t>Fork</a:t>
            </a:r>
            <a:r>
              <a:rPr lang="en-US" altLang="en-US" sz="1800" dirty="0">
                <a:ea typeface="ＭＳ Ｐゴシック" panose="020B0600070205080204" pitchFamily="34" charset="-128"/>
              </a:rPr>
              <a:t> splits a flow into 1 or more parallel flows. Needed when the flow splits without a decision to process different paths in parallel.</a:t>
            </a:r>
          </a:p>
          <a:p>
            <a:pPr marL="396875" lvl="1" indent="-166688">
              <a:lnSpc>
                <a:spcPct val="80000"/>
              </a:lnSpc>
              <a:spcAft>
                <a:spcPct val="20000"/>
              </a:spcAft>
            </a:pPr>
            <a:r>
              <a:rPr lang="en-US" altLang="en-US" sz="1800" dirty="0">
                <a:ea typeface="ＭＳ Ｐゴシック" panose="020B0600070205080204" pitchFamily="34" charset="-128"/>
              </a:rPr>
              <a:t>A </a:t>
            </a:r>
            <a:r>
              <a:rPr lang="en-US" altLang="en-US" sz="1800" b="1" dirty="0">
                <a:solidFill>
                  <a:srgbClr val="0070C0"/>
                </a:solidFill>
                <a:ea typeface="ＭＳ Ｐゴシック" panose="020B0600070205080204" pitchFamily="34" charset="-128"/>
              </a:rPr>
              <a:t>Join</a:t>
            </a:r>
            <a:r>
              <a:rPr lang="en-US" altLang="en-US" sz="1800" dirty="0">
                <a:ea typeface="ＭＳ Ｐゴシック" panose="020B0600070205080204" pitchFamily="34" charset="-128"/>
              </a:rPr>
              <a:t> merges one or more parallel flows into 1</a:t>
            </a:r>
            <a:endParaRPr lang="en-US" altLang="en-US" b="1" dirty="0">
              <a:solidFill>
                <a:schemeClr val="hlink"/>
              </a:solidFill>
              <a:ea typeface="ＭＳ Ｐゴシック" panose="020B0600070205080204" pitchFamily="34" charset="-128"/>
            </a:endParaRPr>
          </a:p>
        </p:txBody>
      </p:sp>
      <p:pic>
        <p:nvPicPr>
          <p:cNvPr id="35845" name="Picture 14">
            <a:extLst>
              <a:ext uri="{FF2B5EF4-FFF2-40B4-BE49-F238E27FC236}">
                <a16:creationId xmlns:a16="http://schemas.microsoft.com/office/drawing/2014/main" id="{86165595-BA12-AC53-0A43-B5D7D0EE9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1513" y="2800350"/>
            <a:ext cx="183991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5849" name="Straight Connector 2">
            <a:extLst>
              <a:ext uri="{FF2B5EF4-FFF2-40B4-BE49-F238E27FC236}">
                <a16:creationId xmlns:a16="http://schemas.microsoft.com/office/drawing/2014/main" id="{740CBC5E-AF4D-D3CE-5EA6-B6613AD078E7}"/>
              </a:ext>
            </a:extLst>
          </p:cNvPr>
          <p:cNvCxnSpPr>
            <a:cxnSpLocks noChangeShapeType="1"/>
          </p:cNvCxnSpPr>
          <p:nvPr/>
        </p:nvCxnSpPr>
        <p:spPr bwMode="auto">
          <a:xfrm>
            <a:off x="7950200" y="3802063"/>
            <a:ext cx="4763" cy="533400"/>
          </a:xfrm>
          <a:prstGeom prst="line">
            <a:avLst/>
          </a:prstGeom>
          <a:noFill/>
          <a:ln w="1905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35850" name="Straight Arrow Connector 5">
            <a:extLst>
              <a:ext uri="{FF2B5EF4-FFF2-40B4-BE49-F238E27FC236}">
                <a16:creationId xmlns:a16="http://schemas.microsoft.com/office/drawing/2014/main" id="{2A07FB82-B76B-4D56-36DF-5266EAA50E4C}"/>
              </a:ext>
            </a:extLst>
          </p:cNvPr>
          <p:cNvCxnSpPr>
            <a:cxnSpLocks noChangeShapeType="1"/>
          </p:cNvCxnSpPr>
          <p:nvPr/>
        </p:nvCxnSpPr>
        <p:spPr bwMode="auto">
          <a:xfrm>
            <a:off x="7515225" y="2057400"/>
            <a:ext cx="609600" cy="0"/>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 name="Rectangle 1">
            <a:extLst>
              <a:ext uri="{FF2B5EF4-FFF2-40B4-BE49-F238E27FC236}">
                <a16:creationId xmlns:a16="http://schemas.microsoft.com/office/drawing/2014/main" id="{FB8EF9C3-8D44-0435-9323-9AF54D97258F}"/>
              </a:ext>
            </a:extLst>
          </p:cNvPr>
          <p:cNvSpPr>
            <a:spLocks noChangeArrowheads="1"/>
          </p:cNvSpPr>
          <p:nvPr/>
        </p:nvSpPr>
        <p:spPr bwMode="auto">
          <a:xfrm>
            <a:off x="7942263" y="4876800"/>
            <a:ext cx="46037" cy="504825"/>
          </a:xfrm>
          <a:prstGeom prst="rect">
            <a:avLst/>
          </a:prstGeom>
          <a:solidFill>
            <a:schemeClr val="tx1"/>
          </a:solidFill>
          <a:ln w="12700" cap="sq" algn="ctr">
            <a:solidFill>
              <a:schemeClr val="tx1"/>
            </a:solidFill>
            <a:round/>
            <a:headEnd type="none" w="sm" len="sm"/>
            <a:tailEnd type="none" w="sm" len="sm"/>
          </a:ln>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endParaRPr kumimoji="0" lang="en-US" altLang="en-US">
              <a:latin typeface="Times New Roman" panose="02020603050405020304" pitchFamily="18" charset="0"/>
            </a:endParaRPr>
          </a:p>
        </p:txBody>
      </p:sp>
      <p:cxnSp>
        <p:nvCxnSpPr>
          <p:cNvPr id="3" name="Straight Arrow Connector 2">
            <a:extLst>
              <a:ext uri="{FF2B5EF4-FFF2-40B4-BE49-F238E27FC236}">
                <a16:creationId xmlns:a16="http://schemas.microsoft.com/office/drawing/2014/main" id="{626FD5F4-D8A7-AB68-779C-82791EC7D784}"/>
              </a:ext>
            </a:extLst>
          </p:cNvPr>
          <p:cNvCxnSpPr>
            <a:cxnSpLocks noChangeShapeType="1"/>
            <a:endCxn id="2" idx="1"/>
          </p:cNvCxnSpPr>
          <p:nvPr/>
        </p:nvCxnSpPr>
        <p:spPr bwMode="auto">
          <a:xfrm>
            <a:off x="7772400" y="5129213"/>
            <a:ext cx="169863" cy="0"/>
          </a:xfrm>
          <a:prstGeom prst="straightConnector1">
            <a:avLst/>
          </a:prstGeom>
          <a:noFill/>
          <a:ln w="12700" cap="sq"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4" name="Straight Arrow Connector 3">
            <a:extLst>
              <a:ext uri="{FF2B5EF4-FFF2-40B4-BE49-F238E27FC236}">
                <a16:creationId xmlns:a16="http://schemas.microsoft.com/office/drawing/2014/main" id="{BB1082A0-BE4B-B0C1-EA11-E1F643F677EF}"/>
              </a:ext>
            </a:extLst>
          </p:cNvPr>
          <p:cNvCxnSpPr>
            <a:cxnSpLocks noChangeShapeType="1"/>
          </p:cNvCxnSpPr>
          <p:nvPr/>
        </p:nvCxnSpPr>
        <p:spPr bwMode="auto">
          <a:xfrm>
            <a:off x="8001000" y="5016500"/>
            <a:ext cx="169863" cy="0"/>
          </a:xfrm>
          <a:prstGeom prst="straightConnector1">
            <a:avLst/>
          </a:prstGeom>
          <a:noFill/>
          <a:ln w="12700" cap="sq"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 name="Straight Arrow Connector 4">
            <a:extLst>
              <a:ext uri="{FF2B5EF4-FFF2-40B4-BE49-F238E27FC236}">
                <a16:creationId xmlns:a16="http://schemas.microsoft.com/office/drawing/2014/main" id="{3E619D1D-43CD-F3D6-B89B-F7AAA73CC2C5}"/>
              </a:ext>
            </a:extLst>
          </p:cNvPr>
          <p:cNvCxnSpPr>
            <a:cxnSpLocks noChangeShapeType="1"/>
          </p:cNvCxnSpPr>
          <p:nvPr/>
        </p:nvCxnSpPr>
        <p:spPr bwMode="auto">
          <a:xfrm>
            <a:off x="8001000" y="5281613"/>
            <a:ext cx="169863" cy="0"/>
          </a:xfrm>
          <a:prstGeom prst="straightConnector1">
            <a:avLst/>
          </a:prstGeom>
          <a:noFill/>
          <a:ln w="12700" cap="sq"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6" name="TextBox 5">
            <a:extLst>
              <a:ext uri="{FF2B5EF4-FFF2-40B4-BE49-F238E27FC236}">
                <a16:creationId xmlns:a16="http://schemas.microsoft.com/office/drawing/2014/main" id="{F9B0EFAE-05B1-9DCA-114A-DA363B72C0EE}"/>
              </a:ext>
            </a:extLst>
          </p:cNvPr>
          <p:cNvSpPr txBox="1"/>
          <p:nvPr/>
        </p:nvSpPr>
        <p:spPr>
          <a:xfrm>
            <a:off x="7696200" y="5373688"/>
            <a:ext cx="609600" cy="307975"/>
          </a:xfrm>
          <a:prstGeom prst="rect">
            <a:avLst/>
          </a:prstGeom>
          <a:noFill/>
        </p:spPr>
        <p:txBody>
          <a:bodyPr>
            <a:spAutoFit/>
          </a:bodyPr>
          <a:lstStyle/>
          <a:p>
            <a:pPr>
              <a:defRPr/>
            </a:pPr>
            <a:r>
              <a:rPr lang="en-US" sz="1400" dirty="0">
                <a:solidFill>
                  <a:srgbClr val="0070C0"/>
                </a:solidFill>
                <a:latin typeface="+mj-lt"/>
              </a:rPr>
              <a:t>Fork</a:t>
            </a:r>
          </a:p>
        </p:txBody>
      </p:sp>
      <p:sp>
        <p:nvSpPr>
          <p:cNvPr id="7" name="Rectangle 6">
            <a:extLst>
              <a:ext uri="{FF2B5EF4-FFF2-40B4-BE49-F238E27FC236}">
                <a16:creationId xmlns:a16="http://schemas.microsoft.com/office/drawing/2014/main" id="{D8AB05BE-77F3-65BD-DC2A-827CFF3C6AAB}"/>
              </a:ext>
            </a:extLst>
          </p:cNvPr>
          <p:cNvSpPr>
            <a:spLocks noChangeArrowheads="1"/>
          </p:cNvSpPr>
          <p:nvPr/>
        </p:nvSpPr>
        <p:spPr bwMode="auto">
          <a:xfrm>
            <a:off x="7959725" y="5824538"/>
            <a:ext cx="46038" cy="504825"/>
          </a:xfrm>
          <a:prstGeom prst="rect">
            <a:avLst/>
          </a:prstGeom>
          <a:solidFill>
            <a:schemeClr val="tx1"/>
          </a:solidFill>
          <a:ln w="12700" cap="sq" algn="ctr">
            <a:solidFill>
              <a:schemeClr val="tx1"/>
            </a:solidFill>
            <a:round/>
            <a:headEnd type="none" w="sm" len="sm"/>
            <a:tailEnd type="none" w="sm" len="sm"/>
          </a:ln>
        </p:spPr>
        <p:txBody>
          <a:bodyPr/>
          <a:lstStyle>
            <a:lvl1pPr>
              <a:spcBef>
                <a:spcPct val="20000"/>
              </a:spcBef>
              <a:buClr>
                <a:schemeClr val="tx1"/>
              </a:buClr>
              <a:buChar char="•"/>
              <a:defRPr kumimoji="1"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SzPct val="60000"/>
              <a:buChar char="o"/>
              <a:defRPr kumimoji="1" sz="20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SzPct val="70000"/>
              <a:buFont typeface="Wingdings" panose="05000000000000000000" pitchFamily="2" charset="2"/>
              <a:buChar char="§"/>
              <a:defRPr kumimoji="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endParaRPr kumimoji="0" lang="en-US" altLang="en-US">
              <a:latin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3B8FAAA6-71E2-36F2-AF6D-9ECBB095F622}"/>
              </a:ext>
            </a:extLst>
          </p:cNvPr>
          <p:cNvCxnSpPr>
            <a:cxnSpLocks/>
          </p:cNvCxnSpPr>
          <p:nvPr/>
        </p:nvCxnSpPr>
        <p:spPr bwMode="auto">
          <a:xfrm>
            <a:off x="8018463" y="6076950"/>
            <a:ext cx="169862" cy="0"/>
          </a:xfrm>
          <a:prstGeom prst="straightConnector1">
            <a:avLst/>
          </a:prstGeom>
          <a:noFill/>
          <a:ln w="12700" cap="sq"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9" name="Straight Arrow Connector 8">
            <a:extLst>
              <a:ext uri="{FF2B5EF4-FFF2-40B4-BE49-F238E27FC236}">
                <a16:creationId xmlns:a16="http://schemas.microsoft.com/office/drawing/2014/main" id="{F47B5B80-CF8A-A2BF-A0E9-3A4F5FE2FE44}"/>
              </a:ext>
            </a:extLst>
          </p:cNvPr>
          <p:cNvCxnSpPr>
            <a:cxnSpLocks noChangeShapeType="1"/>
          </p:cNvCxnSpPr>
          <p:nvPr/>
        </p:nvCxnSpPr>
        <p:spPr bwMode="auto">
          <a:xfrm>
            <a:off x="7789863" y="5964238"/>
            <a:ext cx="169862" cy="0"/>
          </a:xfrm>
          <a:prstGeom prst="straightConnector1">
            <a:avLst/>
          </a:prstGeom>
          <a:noFill/>
          <a:ln w="12700" cap="sq"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996AE2D9-3296-3D31-CD15-8ADBB428C1F7}"/>
              </a:ext>
            </a:extLst>
          </p:cNvPr>
          <p:cNvCxnSpPr>
            <a:cxnSpLocks noChangeShapeType="1"/>
          </p:cNvCxnSpPr>
          <p:nvPr/>
        </p:nvCxnSpPr>
        <p:spPr bwMode="auto">
          <a:xfrm>
            <a:off x="7789863" y="6229350"/>
            <a:ext cx="169862" cy="0"/>
          </a:xfrm>
          <a:prstGeom prst="straightConnector1">
            <a:avLst/>
          </a:prstGeom>
          <a:noFill/>
          <a:ln w="12700" cap="sq"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97CBF964-1DBA-9067-5B2D-A2FCD24D3079}"/>
              </a:ext>
            </a:extLst>
          </p:cNvPr>
          <p:cNvSpPr txBox="1"/>
          <p:nvPr/>
        </p:nvSpPr>
        <p:spPr>
          <a:xfrm>
            <a:off x="7713663" y="6321425"/>
            <a:ext cx="609600" cy="307975"/>
          </a:xfrm>
          <a:prstGeom prst="rect">
            <a:avLst/>
          </a:prstGeom>
          <a:noFill/>
        </p:spPr>
        <p:txBody>
          <a:bodyPr>
            <a:spAutoFit/>
          </a:bodyPr>
          <a:lstStyle/>
          <a:p>
            <a:pPr>
              <a:defRPr/>
            </a:pPr>
            <a:r>
              <a:rPr lang="en-US" sz="1400" dirty="0">
                <a:solidFill>
                  <a:srgbClr val="0070C0"/>
                </a:solidFill>
                <a:latin typeface="+mj-lt"/>
              </a:rPr>
              <a:t>Join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5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84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84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84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844">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844">
                                            <p:txEl>
                                              <p:pRg st="5" end="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uiExpand="1" build="p"/>
      <p:bldP spid="2" grpId="0" animBg="1"/>
      <p:bldP spid="6" grpId="0"/>
      <p:bldP spid="7"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32C23A0E-680C-B4FB-7BE9-9764428A938E}"/>
              </a:ext>
            </a:extLst>
          </p:cNvPr>
          <p:cNvSpPr>
            <a:spLocks noGrp="1" noChangeArrowheads="1"/>
          </p:cNvSpPr>
          <p:nvPr>
            <p:ph type="title"/>
          </p:nvPr>
        </p:nvSpPr>
        <p:spPr>
          <a:xfrm>
            <a:off x="838200" y="152400"/>
            <a:ext cx="5562600" cy="609600"/>
          </a:xfrm>
        </p:spPr>
        <p:txBody>
          <a:bodyPr lIns="92075" tIns="46038" rIns="92075" bIns="46038"/>
          <a:lstStyle/>
          <a:p>
            <a:pPr algn="ctr"/>
            <a:r>
              <a:rPr lang="en-US" altLang="en-US" sz="2400">
                <a:latin typeface="Arial Unicode MS" pitchFamily="34" charset="-128"/>
                <a:ea typeface="ＭＳ Ｐゴシック" panose="020B0600070205080204" pitchFamily="34" charset="-128"/>
              </a:rPr>
              <a:t>BPM Example - Current</a:t>
            </a:r>
            <a:br>
              <a:rPr lang="en-US" altLang="en-US" sz="1800">
                <a:latin typeface="Arial Unicode MS" pitchFamily="34" charset="-128"/>
                <a:ea typeface="ＭＳ Ｐゴシック" panose="020B0600070205080204" pitchFamily="34" charset="-128"/>
              </a:rPr>
            </a:br>
            <a:r>
              <a:rPr lang="en-US" altLang="en-US" sz="1800">
                <a:latin typeface="Arial Unicode MS" pitchFamily="34" charset="-128"/>
                <a:ea typeface="ＭＳ Ｐゴシック" panose="020B0600070205080204" pitchFamily="34" charset="-128"/>
              </a:rPr>
              <a:t>Cross-Functional Flowchart</a:t>
            </a:r>
          </a:p>
        </p:txBody>
      </p:sp>
      <p:sp>
        <p:nvSpPr>
          <p:cNvPr id="80899" name="Slide Number Placeholder 3">
            <a:extLst>
              <a:ext uri="{FF2B5EF4-FFF2-40B4-BE49-F238E27FC236}">
                <a16:creationId xmlns:a16="http://schemas.microsoft.com/office/drawing/2014/main" id="{D5FEFC2A-C47A-4841-D101-89B5E0E598BE}"/>
              </a:ext>
            </a:extLst>
          </p:cNvPr>
          <p:cNvSpPr>
            <a:spLocks noGrp="1"/>
          </p:cNvSpPr>
          <p:nvPr>
            <p:ph type="sldNum" sz="quarter" idx="10"/>
          </p:nvPr>
        </p:nvSpPr>
        <p:spPr>
          <a:xfrm>
            <a:off x="8763000" y="6553200"/>
            <a:ext cx="3810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l">
              <a:spcBef>
                <a:spcPct val="0"/>
              </a:spcBef>
              <a:buClrTx/>
              <a:buSzTx/>
              <a:buFontTx/>
              <a:buNone/>
            </a:pPr>
            <a:fld id="{F26D9F0F-EECB-4112-B471-793018C85968}" type="slidenum">
              <a:rPr kumimoji="0" lang="en-US" altLang="en-US" sz="1400" smtClean="0">
                <a:latin typeface="Times New Roman" panose="02020603050405020304" pitchFamily="18" charset="0"/>
              </a:rPr>
              <a:pPr algn="l">
                <a:spcBef>
                  <a:spcPct val="0"/>
                </a:spcBef>
                <a:buClrTx/>
                <a:buSzTx/>
                <a:buFontTx/>
                <a:buNone/>
              </a:pPr>
              <a:t>15</a:t>
            </a:fld>
            <a:endParaRPr kumimoji="0" lang="en-US" altLang="en-US" sz="1400">
              <a:latin typeface="Times New Roman" panose="02020603050405020304" pitchFamily="18" charset="0"/>
            </a:endParaRPr>
          </a:p>
        </p:txBody>
      </p:sp>
      <p:pic>
        <p:nvPicPr>
          <p:cNvPr id="80900" name="Picture 7">
            <a:extLst>
              <a:ext uri="{FF2B5EF4-FFF2-40B4-BE49-F238E27FC236}">
                <a16:creationId xmlns:a16="http://schemas.microsoft.com/office/drawing/2014/main" id="{887AFB13-74CD-8245-A2AA-8BDEBBC699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650" y="990600"/>
            <a:ext cx="8185150"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5" name="Oval 4">
            <a:extLst>
              <a:ext uri="{FF2B5EF4-FFF2-40B4-BE49-F238E27FC236}">
                <a16:creationId xmlns:a16="http://schemas.microsoft.com/office/drawing/2014/main" id="{4ED0BFD5-2A6B-8822-5508-15960D0A211B}"/>
              </a:ext>
            </a:extLst>
          </p:cNvPr>
          <p:cNvSpPr>
            <a:spLocks noChangeArrowheads="1"/>
          </p:cNvSpPr>
          <p:nvPr/>
        </p:nvSpPr>
        <p:spPr bwMode="auto">
          <a:xfrm>
            <a:off x="2057400" y="914400"/>
            <a:ext cx="1676400" cy="533400"/>
          </a:xfrm>
          <a:prstGeom prst="ellipse">
            <a:avLst/>
          </a:pr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endParaRPr kumimoji="0" lang="en-US" altLang="en-US" sz="24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0EAABAD-7984-8C59-4A05-525737FE2486}"/>
              </a:ext>
            </a:extLst>
          </p:cNvPr>
          <p:cNvSpPr>
            <a:spLocks noGrp="1" noChangeArrowheads="1"/>
          </p:cNvSpPr>
          <p:nvPr>
            <p:ph type="title"/>
          </p:nvPr>
        </p:nvSpPr>
        <p:spPr>
          <a:xfrm>
            <a:off x="838200" y="0"/>
            <a:ext cx="4800600" cy="609600"/>
          </a:xfrm>
        </p:spPr>
        <p:txBody>
          <a:bodyPr lIns="92075" tIns="46038" rIns="92075" bIns="46038"/>
          <a:lstStyle/>
          <a:p>
            <a:pPr algn="ctr"/>
            <a:r>
              <a:rPr lang="en-US" altLang="en-US" sz="2400">
                <a:latin typeface="Arial Unicode MS" pitchFamily="34" charset="-128"/>
                <a:ea typeface="ＭＳ Ｐゴシック" panose="020B0600070205080204" pitchFamily="34" charset="-128"/>
              </a:rPr>
              <a:t>BPM Example – Proposed</a:t>
            </a:r>
            <a:endParaRPr lang="en-US" altLang="en-US" sz="1800">
              <a:latin typeface="Arial Unicode MS" pitchFamily="34" charset="-128"/>
              <a:ea typeface="ＭＳ Ｐゴシック" panose="020B0600070205080204" pitchFamily="34" charset="-128"/>
            </a:endParaRPr>
          </a:p>
        </p:txBody>
      </p:sp>
      <p:sp>
        <p:nvSpPr>
          <p:cNvPr id="82947" name="Slide Number Placeholder 3">
            <a:extLst>
              <a:ext uri="{FF2B5EF4-FFF2-40B4-BE49-F238E27FC236}">
                <a16:creationId xmlns:a16="http://schemas.microsoft.com/office/drawing/2014/main" id="{9E603523-3EE4-386F-3A91-E3B750818A61}"/>
              </a:ext>
            </a:extLst>
          </p:cNvPr>
          <p:cNvSpPr>
            <a:spLocks noGrp="1"/>
          </p:cNvSpPr>
          <p:nvPr>
            <p:ph type="sldNum" sz="quarter" idx="10"/>
          </p:nvPr>
        </p:nvSpPr>
        <p:spPr>
          <a:xfrm>
            <a:off x="8763000" y="6553200"/>
            <a:ext cx="3810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l">
              <a:spcBef>
                <a:spcPct val="0"/>
              </a:spcBef>
              <a:buClrTx/>
              <a:buSzTx/>
              <a:buFontTx/>
              <a:buNone/>
            </a:pPr>
            <a:fld id="{755409ED-ED1B-445D-8C61-B155B0815D75}" type="slidenum">
              <a:rPr kumimoji="0" lang="en-US" altLang="en-US" sz="1400" smtClean="0">
                <a:latin typeface="Times New Roman" panose="02020603050405020304" pitchFamily="18" charset="0"/>
              </a:rPr>
              <a:pPr algn="l">
                <a:spcBef>
                  <a:spcPct val="0"/>
                </a:spcBef>
                <a:buClrTx/>
                <a:buSzTx/>
                <a:buFontTx/>
                <a:buNone/>
              </a:pPr>
              <a:t>16</a:t>
            </a:fld>
            <a:endParaRPr kumimoji="0" lang="en-US" altLang="en-US" sz="1400">
              <a:latin typeface="Times New Roman" panose="02020603050405020304" pitchFamily="18" charset="0"/>
            </a:endParaRPr>
          </a:p>
        </p:txBody>
      </p:sp>
      <p:pic>
        <p:nvPicPr>
          <p:cNvPr id="82948" name="Picture 5">
            <a:extLst>
              <a:ext uri="{FF2B5EF4-FFF2-40B4-BE49-F238E27FC236}">
                <a16:creationId xmlns:a16="http://schemas.microsoft.com/office/drawing/2014/main" id="{98D46869-D1EB-C2DD-68C8-F20B6DCB0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84200"/>
            <a:ext cx="8077200" cy="612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5" name="Oval 4">
            <a:extLst>
              <a:ext uri="{FF2B5EF4-FFF2-40B4-BE49-F238E27FC236}">
                <a16:creationId xmlns:a16="http://schemas.microsoft.com/office/drawing/2014/main" id="{A0566D07-685D-ADB4-3BDA-C55F2692FC47}"/>
              </a:ext>
            </a:extLst>
          </p:cNvPr>
          <p:cNvSpPr>
            <a:spLocks noChangeArrowheads="1"/>
          </p:cNvSpPr>
          <p:nvPr/>
        </p:nvSpPr>
        <p:spPr bwMode="auto">
          <a:xfrm>
            <a:off x="2133600" y="533400"/>
            <a:ext cx="1676400" cy="533400"/>
          </a:xfrm>
          <a:prstGeom prst="ellipse">
            <a:avLst/>
          </a:pr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endParaRPr kumimoji="0" lang="en-US" altLang="en-US" sz="24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7773D1B-6D3C-D7DE-62B1-25368578FE94}"/>
              </a:ext>
            </a:extLst>
          </p:cNvPr>
          <p:cNvSpPr>
            <a:spLocks noGrp="1" noChangeArrowheads="1"/>
          </p:cNvSpPr>
          <p:nvPr>
            <p:ph type="title"/>
          </p:nvPr>
        </p:nvSpPr>
        <p:spPr>
          <a:xfrm>
            <a:off x="838200" y="0"/>
            <a:ext cx="4724400" cy="609600"/>
          </a:xfrm>
        </p:spPr>
        <p:txBody>
          <a:bodyPr lIns="92075" tIns="46038" rIns="92075" bIns="46038"/>
          <a:lstStyle/>
          <a:p>
            <a:pPr algn="ctr"/>
            <a:r>
              <a:rPr lang="en-US" altLang="en-US" sz="2400">
                <a:latin typeface="Arial Unicode MS" pitchFamily="34" charset="-128"/>
                <a:ea typeface="ＭＳ Ｐゴシック" panose="020B0600070205080204" pitchFamily="34" charset="-128"/>
              </a:rPr>
              <a:t>BPM Example – Proposed</a:t>
            </a:r>
            <a:endParaRPr lang="en-US" altLang="en-US" sz="1800">
              <a:latin typeface="Arial Unicode MS" pitchFamily="34" charset="-128"/>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C173C001-AD19-CFE5-3682-0003B6AFB7F8}"/>
              </a:ext>
            </a:extLst>
          </p:cNvPr>
          <p:cNvSpPr>
            <a:spLocks noGrp="1"/>
          </p:cNvSpPr>
          <p:nvPr>
            <p:ph type="sldNum" sz="quarter" idx="10"/>
          </p:nvPr>
        </p:nvSpPr>
        <p:spPr>
          <a:xfrm>
            <a:off x="8686800" y="6553200"/>
            <a:ext cx="4572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l">
              <a:spcBef>
                <a:spcPct val="0"/>
              </a:spcBef>
              <a:buClrTx/>
              <a:buSzTx/>
              <a:buFontTx/>
              <a:buNone/>
            </a:pPr>
            <a:fld id="{9CD1C5B8-D1B4-4945-83DD-FE031A5DE165}" type="slidenum">
              <a:rPr kumimoji="0" lang="en-US" altLang="en-US" sz="1400" smtClean="0">
                <a:latin typeface="Times New Roman" panose="02020603050405020304" pitchFamily="18" charset="0"/>
              </a:rPr>
              <a:pPr algn="l">
                <a:spcBef>
                  <a:spcPct val="0"/>
                </a:spcBef>
                <a:buClrTx/>
                <a:buSzTx/>
                <a:buFontTx/>
                <a:buNone/>
              </a:pPr>
              <a:t>17</a:t>
            </a:fld>
            <a:endParaRPr kumimoji="0" lang="en-US" altLang="en-US" sz="1400">
              <a:latin typeface="Times New Roman" panose="02020603050405020304" pitchFamily="18" charset="0"/>
            </a:endParaRPr>
          </a:p>
        </p:txBody>
      </p:sp>
      <p:pic>
        <p:nvPicPr>
          <p:cNvPr id="84996" name="Picture 2">
            <a:extLst>
              <a:ext uri="{FF2B5EF4-FFF2-40B4-BE49-F238E27FC236}">
                <a16:creationId xmlns:a16="http://schemas.microsoft.com/office/drawing/2014/main" id="{884A1CE7-A0F6-439B-71ED-0E763E30CC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609600"/>
            <a:ext cx="8077200" cy="612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cxnSp>
        <p:nvCxnSpPr>
          <p:cNvPr id="8" name="Straight Connector 7">
            <a:extLst>
              <a:ext uri="{FF2B5EF4-FFF2-40B4-BE49-F238E27FC236}">
                <a16:creationId xmlns:a16="http://schemas.microsoft.com/office/drawing/2014/main" id="{31A9FB4E-C291-1124-BBC4-D120F54301BD}"/>
              </a:ext>
            </a:extLst>
          </p:cNvPr>
          <p:cNvCxnSpPr>
            <a:cxnSpLocks noChangeShapeType="1"/>
          </p:cNvCxnSpPr>
          <p:nvPr/>
        </p:nvCxnSpPr>
        <p:spPr bwMode="auto">
          <a:xfrm>
            <a:off x="1066800" y="1295400"/>
            <a:ext cx="17526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0" name="Straight Connector 9">
            <a:extLst>
              <a:ext uri="{FF2B5EF4-FFF2-40B4-BE49-F238E27FC236}">
                <a16:creationId xmlns:a16="http://schemas.microsoft.com/office/drawing/2014/main" id="{B6632AB6-2ED9-A3A2-CFC4-EA87F7C302E0}"/>
              </a:ext>
            </a:extLst>
          </p:cNvPr>
          <p:cNvCxnSpPr>
            <a:cxnSpLocks noChangeShapeType="1"/>
          </p:cNvCxnSpPr>
          <p:nvPr/>
        </p:nvCxnSpPr>
        <p:spPr bwMode="auto">
          <a:xfrm rot="5400000">
            <a:off x="2096294" y="2018506"/>
            <a:ext cx="14478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2" name="Straight Connector 11">
            <a:extLst>
              <a:ext uri="{FF2B5EF4-FFF2-40B4-BE49-F238E27FC236}">
                <a16:creationId xmlns:a16="http://schemas.microsoft.com/office/drawing/2014/main" id="{1A07AD30-B5AC-7769-9A58-E28972DA8D52}"/>
              </a:ext>
            </a:extLst>
          </p:cNvPr>
          <p:cNvCxnSpPr>
            <a:cxnSpLocks noChangeShapeType="1"/>
          </p:cNvCxnSpPr>
          <p:nvPr/>
        </p:nvCxnSpPr>
        <p:spPr bwMode="auto">
          <a:xfrm rot="10800000">
            <a:off x="2209800" y="2743200"/>
            <a:ext cx="6096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4" name="Straight Connector 13">
            <a:extLst>
              <a:ext uri="{FF2B5EF4-FFF2-40B4-BE49-F238E27FC236}">
                <a16:creationId xmlns:a16="http://schemas.microsoft.com/office/drawing/2014/main" id="{9D04A42D-A2C5-FFD8-6E91-5902E42C1D20}"/>
              </a:ext>
            </a:extLst>
          </p:cNvPr>
          <p:cNvCxnSpPr>
            <a:cxnSpLocks noChangeShapeType="1"/>
          </p:cNvCxnSpPr>
          <p:nvPr/>
        </p:nvCxnSpPr>
        <p:spPr bwMode="auto">
          <a:xfrm rot="5400000">
            <a:off x="1065213" y="3886200"/>
            <a:ext cx="2287588" cy="1587"/>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6" name="Straight Connector 15">
            <a:extLst>
              <a:ext uri="{FF2B5EF4-FFF2-40B4-BE49-F238E27FC236}">
                <a16:creationId xmlns:a16="http://schemas.microsoft.com/office/drawing/2014/main" id="{32B5299E-6B99-7D7B-982B-E2A0789B50A7}"/>
              </a:ext>
            </a:extLst>
          </p:cNvPr>
          <p:cNvCxnSpPr>
            <a:cxnSpLocks noChangeShapeType="1"/>
          </p:cNvCxnSpPr>
          <p:nvPr/>
        </p:nvCxnSpPr>
        <p:spPr bwMode="auto">
          <a:xfrm rot="10800000">
            <a:off x="1066800" y="5029200"/>
            <a:ext cx="11430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8" name="Straight Connector 17">
            <a:extLst>
              <a:ext uri="{FF2B5EF4-FFF2-40B4-BE49-F238E27FC236}">
                <a16:creationId xmlns:a16="http://schemas.microsoft.com/office/drawing/2014/main" id="{F92FF281-FD87-1243-1983-A1D80A5C1B16}"/>
              </a:ext>
            </a:extLst>
          </p:cNvPr>
          <p:cNvCxnSpPr>
            <a:cxnSpLocks noChangeShapeType="1"/>
          </p:cNvCxnSpPr>
          <p:nvPr/>
        </p:nvCxnSpPr>
        <p:spPr bwMode="auto">
          <a:xfrm rot="5400000" flipH="1" flipV="1">
            <a:off x="-798512" y="3162300"/>
            <a:ext cx="3732212"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23" name="Straight Connector 22">
            <a:extLst>
              <a:ext uri="{FF2B5EF4-FFF2-40B4-BE49-F238E27FC236}">
                <a16:creationId xmlns:a16="http://schemas.microsoft.com/office/drawing/2014/main" id="{8A6D022B-DF20-B156-9CE1-FFA76621442B}"/>
              </a:ext>
            </a:extLst>
          </p:cNvPr>
          <p:cNvCxnSpPr>
            <a:cxnSpLocks noChangeShapeType="1"/>
          </p:cNvCxnSpPr>
          <p:nvPr/>
        </p:nvCxnSpPr>
        <p:spPr bwMode="auto">
          <a:xfrm>
            <a:off x="2819400" y="1295400"/>
            <a:ext cx="30480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25" name="Straight Connector 24">
            <a:extLst>
              <a:ext uri="{FF2B5EF4-FFF2-40B4-BE49-F238E27FC236}">
                <a16:creationId xmlns:a16="http://schemas.microsoft.com/office/drawing/2014/main" id="{8F84021D-E0AD-E8EB-3D41-D3EB9C8B107A}"/>
              </a:ext>
            </a:extLst>
          </p:cNvPr>
          <p:cNvCxnSpPr>
            <a:cxnSpLocks noChangeShapeType="1"/>
          </p:cNvCxnSpPr>
          <p:nvPr/>
        </p:nvCxnSpPr>
        <p:spPr bwMode="auto">
          <a:xfrm rot="5400000">
            <a:off x="4877594" y="2285206"/>
            <a:ext cx="19812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29" name="Straight Connector 28">
            <a:extLst>
              <a:ext uri="{FF2B5EF4-FFF2-40B4-BE49-F238E27FC236}">
                <a16:creationId xmlns:a16="http://schemas.microsoft.com/office/drawing/2014/main" id="{FC962A80-7D02-6902-CE64-7716C9CB3F62}"/>
              </a:ext>
            </a:extLst>
          </p:cNvPr>
          <p:cNvCxnSpPr>
            <a:cxnSpLocks noChangeShapeType="1"/>
          </p:cNvCxnSpPr>
          <p:nvPr/>
        </p:nvCxnSpPr>
        <p:spPr bwMode="auto">
          <a:xfrm rot="10800000">
            <a:off x="2209800" y="6019800"/>
            <a:ext cx="26670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30" name="Straight Connector 29">
            <a:extLst>
              <a:ext uri="{FF2B5EF4-FFF2-40B4-BE49-F238E27FC236}">
                <a16:creationId xmlns:a16="http://schemas.microsoft.com/office/drawing/2014/main" id="{4C66CEA1-1834-B92E-6F41-5D96D9C03054}"/>
              </a:ext>
            </a:extLst>
          </p:cNvPr>
          <p:cNvCxnSpPr>
            <a:cxnSpLocks noChangeShapeType="1"/>
          </p:cNvCxnSpPr>
          <p:nvPr/>
        </p:nvCxnSpPr>
        <p:spPr bwMode="auto">
          <a:xfrm rot="10800000">
            <a:off x="4876800" y="3276600"/>
            <a:ext cx="9906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33" name="Straight Connector 32">
            <a:extLst>
              <a:ext uri="{FF2B5EF4-FFF2-40B4-BE49-F238E27FC236}">
                <a16:creationId xmlns:a16="http://schemas.microsoft.com/office/drawing/2014/main" id="{7F2C671F-4D3A-CAE1-6FB6-FF39C561C628}"/>
              </a:ext>
            </a:extLst>
          </p:cNvPr>
          <p:cNvCxnSpPr>
            <a:cxnSpLocks noChangeShapeType="1"/>
          </p:cNvCxnSpPr>
          <p:nvPr/>
        </p:nvCxnSpPr>
        <p:spPr bwMode="auto">
          <a:xfrm rot="5400000">
            <a:off x="3505994" y="4647406"/>
            <a:ext cx="27432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36" name="Straight Connector 35">
            <a:extLst>
              <a:ext uri="{FF2B5EF4-FFF2-40B4-BE49-F238E27FC236}">
                <a16:creationId xmlns:a16="http://schemas.microsoft.com/office/drawing/2014/main" id="{2B9B8E91-591F-1CD2-26A8-FC2337FA0143}"/>
              </a:ext>
            </a:extLst>
          </p:cNvPr>
          <p:cNvCxnSpPr>
            <a:cxnSpLocks noChangeShapeType="1"/>
          </p:cNvCxnSpPr>
          <p:nvPr/>
        </p:nvCxnSpPr>
        <p:spPr bwMode="auto">
          <a:xfrm rot="5400000">
            <a:off x="1714501" y="5524500"/>
            <a:ext cx="990600" cy="3175"/>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38" name="Straight Connector 37">
            <a:extLst>
              <a:ext uri="{FF2B5EF4-FFF2-40B4-BE49-F238E27FC236}">
                <a16:creationId xmlns:a16="http://schemas.microsoft.com/office/drawing/2014/main" id="{025B0006-AD64-35E7-8AAE-0564BCB16260}"/>
              </a:ext>
            </a:extLst>
          </p:cNvPr>
          <p:cNvCxnSpPr>
            <a:cxnSpLocks noChangeShapeType="1"/>
          </p:cNvCxnSpPr>
          <p:nvPr/>
        </p:nvCxnSpPr>
        <p:spPr bwMode="auto">
          <a:xfrm>
            <a:off x="5867400" y="1295400"/>
            <a:ext cx="16764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40" name="Straight Connector 39">
            <a:extLst>
              <a:ext uri="{FF2B5EF4-FFF2-40B4-BE49-F238E27FC236}">
                <a16:creationId xmlns:a16="http://schemas.microsoft.com/office/drawing/2014/main" id="{2EDD350E-5A21-7E73-F1C3-DFE8DC05F7F1}"/>
              </a:ext>
            </a:extLst>
          </p:cNvPr>
          <p:cNvCxnSpPr>
            <a:cxnSpLocks noChangeShapeType="1"/>
          </p:cNvCxnSpPr>
          <p:nvPr/>
        </p:nvCxnSpPr>
        <p:spPr bwMode="auto">
          <a:xfrm rot="5400000">
            <a:off x="5182394" y="3656806"/>
            <a:ext cx="47244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43" name="Straight Connector 42">
            <a:extLst>
              <a:ext uri="{FF2B5EF4-FFF2-40B4-BE49-F238E27FC236}">
                <a16:creationId xmlns:a16="http://schemas.microsoft.com/office/drawing/2014/main" id="{A5AB9342-4CB4-7D3B-23EB-42739E708B0F}"/>
              </a:ext>
            </a:extLst>
          </p:cNvPr>
          <p:cNvCxnSpPr>
            <a:cxnSpLocks noChangeShapeType="1"/>
          </p:cNvCxnSpPr>
          <p:nvPr/>
        </p:nvCxnSpPr>
        <p:spPr bwMode="auto">
          <a:xfrm rot="10800000">
            <a:off x="4876800" y="6019800"/>
            <a:ext cx="2667000" cy="1588"/>
          </a:xfrm>
          <a:prstGeom prst="line">
            <a:avLst/>
          </a:prstGeom>
          <a:noFill/>
          <a:ln w="19050" cap="sq">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45" name="TextBox 44">
            <a:extLst>
              <a:ext uri="{FF2B5EF4-FFF2-40B4-BE49-F238E27FC236}">
                <a16:creationId xmlns:a16="http://schemas.microsoft.com/office/drawing/2014/main" id="{0CAD3702-9A49-E7BE-B233-995E4F758721}"/>
              </a:ext>
            </a:extLst>
          </p:cNvPr>
          <p:cNvSpPr txBox="1"/>
          <p:nvPr/>
        </p:nvSpPr>
        <p:spPr>
          <a:xfrm>
            <a:off x="1295400" y="2286000"/>
            <a:ext cx="1219200" cy="338138"/>
          </a:xfrm>
          <a:prstGeom prst="rect">
            <a:avLst/>
          </a:prstGeom>
          <a:solidFill>
            <a:schemeClr val="bg1"/>
          </a:solidFill>
        </p:spPr>
        <p:txBody>
          <a:bodyPr>
            <a:spAutoFit/>
          </a:bodyPr>
          <a:lstStyle/>
          <a:p>
            <a:pPr algn="ctr" eaLnBrk="1" hangingPunct="1">
              <a:defRPr/>
            </a:pPr>
            <a:r>
              <a:rPr lang="en-US" sz="1600" dirty="0">
                <a:solidFill>
                  <a:srgbClr val="FF0000"/>
                </a:solidFill>
                <a:latin typeface="+mn-lt"/>
                <a:ea typeface="ＭＳ Ｐゴシック"/>
                <a:cs typeface="ＭＳ Ｐゴシック"/>
              </a:rPr>
              <a:t>Paperwork</a:t>
            </a:r>
          </a:p>
        </p:txBody>
      </p:sp>
      <p:sp>
        <p:nvSpPr>
          <p:cNvPr id="48" name="TextBox 47">
            <a:extLst>
              <a:ext uri="{FF2B5EF4-FFF2-40B4-BE49-F238E27FC236}">
                <a16:creationId xmlns:a16="http://schemas.microsoft.com/office/drawing/2014/main" id="{E41068F6-B9F7-6868-97E9-1388EB4ECB66}"/>
              </a:ext>
            </a:extLst>
          </p:cNvPr>
          <p:cNvSpPr txBox="1"/>
          <p:nvPr/>
        </p:nvSpPr>
        <p:spPr>
          <a:xfrm>
            <a:off x="3048000" y="1600200"/>
            <a:ext cx="1600200" cy="338138"/>
          </a:xfrm>
          <a:prstGeom prst="rect">
            <a:avLst/>
          </a:prstGeom>
          <a:solidFill>
            <a:schemeClr val="bg1"/>
          </a:solidFill>
        </p:spPr>
        <p:txBody>
          <a:bodyPr>
            <a:spAutoFit/>
          </a:bodyPr>
          <a:lstStyle/>
          <a:p>
            <a:pPr algn="ctr" eaLnBrk="1" hangingPunct="1">
              <a:defRPr/>
            </a:pPr>
            <a:r>
              <a:rPr lang="en-US" sz="1600" dirty="0">
                <a:solidFill>
                  <a:srgbClr val="FF0000"/>
                </a:solidFill>
                <a:latin typeface="+mn-lt"/>
                <a:ea typeface="ＭＳ Ｐゴシック"/>
                <a:cs typeface="ＭＳ Ｐゴシック"/>
              </a:rPr>
              <a:t>Vehicle Prep</a:t>
            </a:r>
          </a:p>
        </p:txBody>
      </p:sp>
      <p:sp>
        <p:nvSpPr>
          <p:cNvPr id="49" name="TextBox 48">
            <a:extLst>
              <a:ext uri="{FF2B5EF4-FFF2-40B4-BE49-F238E27FC236}">
                <a16:creationId xmlns:a16="http://schemas.microsoft.com/office/drawing/2014/main" id="{BDB22FA5-0F22-69CB-D78F-ADA0FA791A01}"/>
              </a:ext>
            </a:extLst>
          </p:cNvPr>
          <p:cNvSpPr txBox="1"/>
          <p:nvPr/>
        </p:nvSpPr>
        <p:spPr>
          <a:xfrm>
            <a:off x="6248400" y="2514600"/>
            <a:ext cx="1066800" cy="584200"/>
          </a:xfrm>
          <a:prstGeom prst="rect">
            <a:avLst/>
          </a:prstGeom>
          <a:solidFill>
            <a:schemeClr val="bg1"/>
          </a:solidFill>
        </p:spPr>
        <p:txBody>
          <a:bodyPr>
            <a:spAutoFit/>
          </a:bodyPr>
          <a:lstStyle/>
          <a:p>
            <a:pPr algn="ctr" eaLnBrk="1" hangingPunct="1">
              <a:defRPr/>
            </a:pPr>
            <a:r>
              <a:rPr lang="en-US" sz="1600" dirty="0">
                <a:solidFill>
                  <a:srgbClr val="FF0000"/>
                </a:solidFill>
                <a:latin typeface="+mn-lt"/>
                <a:ea typeface="ＭＳ Ｐゴシック"/>
                <a:cs typeface="ＭＳ Ｐゴシック"/>
              </a:rPr>
              <a:t>Vehicle Delivery</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par>
                                <p:cTn id="11" presetID="9"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par>
                                <p:cTn id="17" presetID="9"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dissolve">
                                      <p:cBhvr>
                                        <p:cTn id="19" dur="500"/>
                                        <p:tgtEl>
                                          <p:spTgt spid="1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dissolve">
                                      <p:cBhvr>
                                        <p:cTn id="22" dur="500"/>
                                        <p:tgtEl>
                                          <p:spTgt spid="45"/>
                                        </p:tgtEl>
                                      </p:cBhvr>
                                    </p:animEffect>
                                  </p:childTnLst>
                                </p:cTn>
                              </p:par>
                              <p:par>
                                <p:cTn id="23" presetID="9"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dissolve">
                                      <p:cBhvr>
                                        <p:cTn id="30" dur="500"/>
                                        <p:tgtEl>
                                          <p:spTgt spid="23"/>
                                        </p:tgtEl>
                                      </p:cBhvr>
                                    </p:animEffect>
                                  </p:childTnLst>
                                </p:cTn>
                              </p:par>
                              <p:par>
                                <p:cTn id="31" presetID="9"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dissolve">
                                      <p:cBhvr>
                                        <p:cTn id="33" dur="500"/>
                                        <p:tgtEl>
                                          <p:spTgt spid="36"/>
                                        </p:tgtEl>
                                      </p:cBhvr>
                                    </p:animEffect>
                                  </p:childTnLst>
                                </p:cTn>
                              </p:par>
                              <p:par>
                                <p:cTn id="34" presetID="9" presetClass="entr" presetSubtype="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par>
                                <p:cTn id="37" presetID="9"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dissolve">
                                      <p:cBhvr>
                                        <p:cTn id="39" dur="500"/>
                                        <p:tgtEl>
                                          <p:spTgt spid="33"/>
                                        </p:tgtEl>
                                      </p:cBhvr>
                                    </p:animEffect>
                                  </p:childTnLst>
                                </p:cTn>
                              </p:par>
                              <p:par>
                                <p:cTn id="40" presetID="9"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dissolve">
                                      <p:cBhvr>
                                        <p:cTn id="42" dur="500"/>
                                        <p:tgtEl>
                                          <p:spTgt spid="30"/>
                                        </p:tgtEl>
                                      </p:cBhvr>
                                    </p:animEffect>
                                  </p:childTnLst>
                                </p:cTn>
                              </p:par>
                              <p:par>
                                <p:cTn id="43" presetID="9"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dissolve">
                                      <p:cBhvr>
                                        <p:cTn id="45" dur="500"/>
                                        <p:tgtEl>
                                          <p:spTgt spid="25"/>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dissolve">
                                      <p:cBhvr>
                                        <p:cTn id="48" dur="500"/>
                                        <p:tgtEl>
                                          <p:spTgt spid="4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dissolve">
                                      <p:cBhvr>
                                        <p:cTn id="53" dur="500"/>
                                        <p:tgtEl>
                                          <p:spTgt spid="38"/>
                                        </p:tgtEl>
                                      </p:cBhvr>
                                    </p:animEffect>
                                  </p:childTnLst>
                                </p:cTn>
                              </p:par>
                              <p:par>
                                <p:cTn id="54" presetID="9"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dissolve">
                                      <p:cBhvr>
                                        <p:cTn id="56" dur="500"/>
                                        <p:tgtEl>
                                          <p:spTgt spid="40"/>
                                        </p:tgtEl>
                                      </p:cBhvr>
                                    </p:animEffect>
                                  </p:childTnLst>
                                </p:cTn>
                              </p:par>
                              <p:par>
                                <p:cTn id="57" presetID="9" presetClass="entr" presetSubtype="0" fill="hold"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dissolve">
                                      <p:cBhvr>
                                        <p:cTn id="59" dur="500"/>
                                        <p:tgtEl>
                                          <p:spTgt spid="43"/>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dissolve">
                                      <p:cBhvr>
                                        <p:cTn id="6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8" grpId="0" animBg="1"/>
      <p:bldP spid="4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177A5D87-4E8F-9A2D-9033-A604B3D0815C}"/>
              </a:ext>
            </a:extLst>
          </p:cNvPr>
          <p:cNvSpPr>
            <a:spLocks noGrp="1" noChangeArrowheads="1"/>
          </p:cNvSpPr>
          <p:nvPr>
            <p:ph type="title"/>
          </p:nvPr>
        </p:nvSpPr>
        <p:spPr>
          <a:xfrm>
            <a:off x="1828800" y="1066800"/>
            <a:ext cx="5257800" cy="609600"/>
          </a:xfrm>
        </p:spPr>
        <p:txBody>
          <a:bodyPr lIns="92075" tIns="46038" rIns="92075" bIns="46038"/>
          <a:lstStyle/>
          <a:p>
            <a:pPr algn="ctr"/>
            <a:r>
              <a:rPr lang="en-US" altLang="en-US" sz="2400">
                <a:latin typeface="Arial Unicode MS" pitchFamily="34" charset="-128"/>
                <a:ea typeface="ＭＳ Ｐゴシック" panose="020B0600070205080204" pitchFamily="34" charset="-128"/>
              </a:rPr>
              <a:t>BPM Example – High Level Diagram</a:t>
            </a:r>
            <a:endParaRPr lang="en-US" altLang="en-US" sz="1800">
              <a:latin typeface="Arial Unicode MS" pitchFamily="34" charset="-128"/>
              <a:ea typeface="ＭＳ Ｐゴシック" panose="020B0600070205080204" pitchFamily="34" charset="-128"/>
            </a:endParaRPr>
          </a:p>
        </p:txBody>
      </p:sp>
      <p:sp>
        <p:nvSpPr>
          <p:cNvPr id="87043" name="Slide Number Placeholder 3">
            <a:extLst>
              <a:ext uri="{FF2B5EF4-FFF2-40B4-BE49-F238E27FC236}">
                <a16:creationId xmlns:a16="http://schemas.microsoft.com/office/drawing/2014/main" id="{8A37E7A1-8BCA-FB03-9F02-7E244FBED9D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l">
              <a:spcBef>
                <a:spcPct val="0"/>
              </a:spcBef>
              <a:buClrTx/>
              <a:buSzTx/>
              <a:buFontTx/>
              <a:buNone/>
            </a:pPr>
            <a:fld id="{322FDE83-D2BB-45E6-ACD0-1E3D04EAD107}" type="slidenum">
              <a:rPr kumimoji="0" lang="en-US" altLang="en-US" sz="1400" smtClean="0">
                <a:latin typeface="Times New Roman" panose="02020603050405020304" pitchFamily="18" charset="0"/>
              </a:rPr>
              <a:pPr algn="l">
                <a:spcBef>
                  <a:spcPct val="0"/>
                </a:spcBef>
                <a:buClrTx/>
                <a:buSzTx/>
                <a:buFontTx/>
                <a:buNone/>
              </a:pPr>
              <a:t>18</a:t>
            </a:fld>
            <a:endParaRPr kumimoji="0" lang="en-US" altLang="en-US" sz="1400">
              <a:latin typeface="Times New Roman" panose="02020603050405020304" pitchFamily="18" charset="0"/>
            </a:endParaRPr>
          </a:p>
        </p:txBody>
      </p:sp>
      <p:pic>
        <p:nvPicPr>
          <p:cNvPr id="87044" name="Picture 2">
            <a:extLst>
              <a:ext uri="{FF2B5EF4-FFF2-40B4-BE49-F238E27FC236}">
                <a16:creationId xmlns:a16="http://schemas.microsoft.com/office/drawing/2014/main" id="{ED2C774A-F538-A626-DDBC-17A989C6FF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209800"/>
            <a:ext cx="7696200"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7" name="Oval 6">
            <a:extLst>
              <a:ext uri="{FF2B5EF4-FFF2-40B4-BE49-F238E27FC236}">
                <a16:creationId xmlns:a16="http://schemas.microsoft.com/office/drawing/2014/main" id="{CA02F9F8-61DE-BE48-C1ED-987BEA626335}"/>
              </a:ext>
            </a:extLst>
          </p:cNvPr>
          <p:cNvSpPr>
            <a:spLocks noChangeArrowheads="1"/>
          </p:cNvSpPr>
          <p:nvPr/>
        </p:nvSpPr>
        <p:spPr bwMode="auto">
          <a:xfrm>
            <a:off x="5181600" y="2895600"/>
            <a:ext cx="1600200" cy="1143000"/>
          </a:xfrm>
          <a:prstGeom prst="ellipse">
            <a:avLst/>
          </a:prstGeom>
          <a:noFill/>
          <a:ln w="28575" cap="sq">
            <a:solidFill>
              <a:srgbClr val="FF0000"/>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endParaRPr kumimoji="0" lang="en-US" altLang="en-US" sz="2400">
              <a:latin typeface="Times New Roman" panose="02020603050405020304" pitchFamily="18" charset="0"/>
            </a:endParaRPr>
          </a:p>
        </p:txBody>
      </p:sp>
      <p:pic>
        <p:nvPicPr>
          <p:cNvPr id="11" name="Picture 7">
            <a:extLst>
              <a:ext uri="{FF2B5EF4-FFF2-40B4-BE49-F238E27FC236}">
                <a16:creationId xmlns:a16="http://schemas.microsoft.com/office/drawing/2014/main" id="{362AE657-C10D-3FC9-CB37-7A19CB0C86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5029200"/>
            <a:ext cx="988889"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cxnSp>
        <p:nvCxnSpPr>
          <p:cNvPr id="13" name="Straight Arrow Connector 12">
            <a:extLst>
              <a:ext uri="{FF2B5EF4-FFF2-40B4-BE49-F238E27FC236}">
                <a16:creationId xmlns:a16="http://schemas.microsoft.com/office/drawing/2014/main" id="{362A1A3A-A4BC-91A6-8A53-8C95A4B7722B}"/>
              </a:ext>
            </a:extLst>
          </p:cNvPr>
          <p:cNvCxnSpPr/>
          <p:nvPr/>
        </p:nvCxnSpPr>
        <p:spPr bwMode="auto">
          <a:xfrm>
            <a:off x="6400800" y="4114800"/>
            <a:ext cx="762000" cy="838200"/>
          </a:xfrm>
          <a:prstGeom prst="straightConnector1">
            <a:avLst/>
          </a:prstGeom>
          <a:solidFill>
            <a:schemeClr val="accent1"/>
          </a:solidFill>
          <a:ln w="12700" cap="sq" cmpd="sng" algn="ctr">
            <a:solidFill>
              <a:srgbClr val="FF0000"/>
            </a:solidFill>
            <a:prstDash val="lgDash"/>
            <a:round/>
            <a:headEnd type="none" w="sm" len="sm"/>
            <a:tailEnd type="triangle"/>
          </a:ln>
          <a:effectLst/>
        </p:spPr>
      </p:cxn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500" fill="hold"/>
                                        <p:tgtEl>
                                          <p:spTgt spid="7"/>
                                        </p:tgtEl>
                                        <p:attrNameLst>
                                          <p:attrName>ppt_w</p:attrName>
                                        </p:attrNameLst>
                                      </p:cBhvr>
                                      <p:tavLst>
                                        <p:tav tm="0">
                                          <p:val>
                                            <p:strVal val="#ppt_w*0.70"/>
                                          </p:val>
                                        </p:tav>
                                        <p:tav tm="100000">
                                          <p:val>
                                            <p:strVal val="#ppt_w"/>
                                          </p:val>
                                        </p:tav>
                                      </p:tavLst>
                                    </p:anim>
                                    <p:anim calcmode="lin" valueType="num">
                                      <p:cBhvr>
                                        <p:cTn id="8" dur="1500" fill="hold"/>
                                        <p:tgtEl>
                                          <p:spTgt spid="7"/>
                                        </p:tgtEl>
                                        <p:attrNameLst>
                                          <p:attrName>ppt_h</p:attrName>
                                        </p:attrNameLst>
                                      </p:cBhvr>
                                      <p:tavLst>
                                        <p:tav tm="0">
                                          <p:val>
                                            <p:strVal val="#ppt_h"/>
                                          </p:val>
                                        </p:tav>
                                        <p:tav tm="100000">
                                          <p:val>
                                            <p:strVal val="#ppt_h"/>
                                          </p:val>
                                        </p:tav>
                                      </p:tavLst>
                                    </p:anim>
                                    <p:animEffect transition="in" filter="fade">
                                      <p:cBhvr>
                                        <p:cTn id="9" dur="1500"/>
                                        <p:tgtEl>
                                          <p:spTgt spid="7"/>
                                        </p:tgtEl>
                                      </p:cBhvr>
                                    </p:animEffect>
                                  </p:childTnLst>
                                </p:cTn>
                              </p:par>
                            </p:childTnLst>
                          </p:cTn>
                        </p:par>
                        <p:par>
                          <p:cTn id="10" fill="hold">
                            <p:stCondLst>
                              <p:cond delay="1500"/>
                            </p:stCondLst>
                            <p:childTnLst>
                              <p:par>
                                <p:cTn id="11" presetID="10"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500"/>
                                        <p:tgtEl>
                                          <p:spTgt spid="13"/>
                                        </p:tgtEl>
                                      </p:cBhvr>
                                    </p:animEffect>
                                  </p:childTnLst>
                                </p:cTn>
                              </p:par>
                            </p:childTnLst>
                          </p:cTn>
                        </p:par>
                        <p:par>
                          <p:cTn id="14" fill="hold">
                            <p:stCondLst>
                              <p:cond delay="3000"/>
                            </p:stCondLst>
                            <p:childTnLst>
                              <p:par>
                                <p:cTn id="15" presetID="10" presetClass="entr" presetSubtype="0"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9090" name="Picture 7">
            <a:extLst>
              <a:ext uri="{FF2B5EF4-FFF2-40B4-BE49-F238E27FC236}">
                <a16:creationId xmlns:a16="http://schemas.microsoft.com/office/drawing/2014/main" id="{73DCE0F5-CF3F-5E08-FF6C-BCB33AD9FB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750" y="301625"/>
            <a:ext cx="5708650" cy="633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89091" name="Rectangle 2">
            <a:extLst>
              <a:ext uri="{FF2B5EF4-FFF2-40B4-BE49-F238E27FC236}">
                <a16:creationId xmlns:a16="http://schemas.microsoft.com/office/drawing/2014/main" id="{E8CD6C19-6000-867B-1B2E-521301B318E6}"/>
              </a:ext>
            </a:extLst>
          </p:cNvPr>
          <p:cNvSpPr>
            <a:spLocks noGrp="1" noChangeArrowheads="1"/>
          </p:cNvSpPr>
          <p:nvPr>
            <p:ph type="title"/>
          </p:nvPr>
        </p:nvSpPr>
        <p:spPr>
          <a:xfrm>
            <a:off x="457200" y="762000"/>
            <a:ext cx="2133600" cy="1676400"/>
          </a:xfrm>
        </p:spPr>
        <p:txBody>
          <a:bodyPr lIns="92075" tIns="46038" rIns="92075" bIns="46038"/>
          <a:lstStyle/>
          <a:p>
            <a:pPr algn="ctr"/>
            <a:r>
              <a:rPr lang="en-US" altLang="en-US" sz="2000">
                <a:latin typeface="Arial Unicode MS" pitchFamily="34" charset="-128"/>
                <a:ea typeface="ＭＳ Ｐゴシック" panose="020B0600070205080204" pitchFamily="34" charset="-128"/>
              </a:rPr>
              <a:t>BPM Example:</a:t>
            </a:r>
            <a:br>
              <a:rPr lang="en-US" altLang="en-US" sz="2000">
                <a:latin typeface="Arial Unicode MS" pitchFamily="34" charset="-128"/>
                <a:ea typeface="ＭＳ Ｐゴシック" panose="020B0600070205080204" pitchFamily="34" charset="-128"/>
              </a:rPr>
            </a:br>
            <a:r>
              <a:rPr lang="en-US" altLang="en-US" sz="2000">
                <a:latin typeface="Arial Unicode MS" pitchFamily="34" charset="-128"/>
                <a:ea typeface="ＭＳ Ｐゴシック" panose="020B0600070205080204" pitchFamily="34" charset="-128"/>
              </a:rPr>
              <a:t>Defined Process Details</a:t>
            </a:r>
            <a:endParaRPr lang="en-US" altLang="en-US" sz="1600">
              <a:latin typeface="Arial Unicode MS" pitchFamily="34" charset="-128"/>
              <a:ea typeface="ＭＳ Ｐゴシック" panose="020B0600070205080204" pitchFamily="34" charset="-128"/>
            </a:endParaRPr>
          </a:p>
        </p:txBody>
      </p:sp>
      <p:sp>
        <p:nvSpPr>
          <p:cNvPr id="16" name="TextBox 15">
            <a:extLst>
              <a:ext uri="{FF2B5EF4-FFF2-40B4-BE49-F238E27FC236}">
                <a16:creationId xmlns:a16="http://schemas.microsoft.com/office/drawing/2014/main" id="{2264A598-010D-358E-543E-C5E6962E0055}"/>
              </a:ext>
            </a:extLst>
          </p:cNvPr>
          <p:cNvSpPr txBox="1"/>
          <p:nvPr/>
        </p:nvSpPr>
        <p:spPr>
          <a:xfrm>
            <a:off x="4038600" y="1447800"/>
            <a:ext cx="1143000" cy="338138"/>
          </a:xfrm>
          <a:prstGeom prst="rect">
            <a:avLst/>
          </a:prstGeom>
          <a:solidFill>
            <a:schemeClr val="bg1"/>
          </a:solidFill>
        </p:spPr>
        <p:txBody>
          <a:bodyPr>
            <a:spAutoFit/>
          </a:bodyPr>
          <a:lstStyle/>
          <a:p>
            <a:pPr algn="ctr" eaLnBrk="1" hangingPunct="1">
              <a:defRPr/>
            </a:pPr>
            <a:r>
              <a:rPr lang="en-US" sz="1600" dirty="0">
                <a:solidFill>
                  <a:srgbClr val="FF0000"/>
                </a:solidFill>
                <a:latin typeface="+mn-lt"/>
                <a:ea typeface="ＭＳ Ｐゴシック"/>
                <a:cs typeface="ＭＳ Ｐゴシック"/>
              </a:rPr>
              <a:t>Connector</a:t>
            </a:r>
          </a:p>
        </p:txBody>
      </p:sp>
      <p:sp>
        <p:nvSpPr>
          <p:cNvPr id="89093" name="Freeform 16">
            <a:extLst>
              <a:ext uri="{FF2B5EF4-FFF2-40B4-BE49-F238E27FC236}">
                <a16:creationId xmlns:a16="http://schemas.microsoft.com/office/drawing/2014/main" id="{F9F3CE41-C0B6-7FCA-0BBF-548DD631BC17}"/>
              </a:ext>
            </a:extLst>
          </p:cNvPr>
          <p:cNvSpPr>
            <a:spLocks noChangeArrowheads="1"/>
          </p:cNvSpPr>
          <p:nvPr/>
        </p:nvSpPr>
        <p:spPr bwMode="auto">
          <a:xfrm flipV="1">
            <a:off x="4191000" y="1752600"/>
            <a:ext cx="381000" cy="609600"/>
          </a:xfrm>
          <a:custGeom>
            <a:avLst/>
            <a:gdLst>
              <a:gd name="T0" fmla="*/ 2147483646 w 265770"/>
              <a:gd name="T1" fmla="*/ 607627044 h 512956"/>
              <a:gd name="T2" fmla="*/ 2147483646 w 265770"/>
              <a:gd name="T3" fmla="*/ 224557460 h 512956"/>
              <a:gd name="T4" fmla="*/ 2147483646 w 265770"/>
              <a:gd name="T5" fmla="*/ 0 h 512956"/>
              <a:gd name="T6" fmla="*/ 0 60000 65536"/>
              <a:gd name="T7" fmla="*/ 0 60000 65536"/>
              <a:gd name="T8" fmla="*/ 0 60000 65536"/>
              <a:gd name="T9" fmla="*/ 0 w 265770"/>
              <a:gd name="T10" fmla="*/ 0 h 512956"/>
              <a:gd name="T11" fmla="*/ 265770 w 265770"/>
              <a:gd name="T12" fmla="*/ 512956 h 512956"/>
            </a:gdLst>
            <a:ahLst/>
            <a:cxnLst>
              <a:cxn ang="T6">
                <a:pos x="T0" y="T1"/>
              </a:cxn>
              <a:cxn ang="T7">
                <a:pos x="T2" y="T3"/>
              </a:cxn>
              <a:cxn ang="T8">
                <a:pos x="T4" y="T5"/>
              </a:cxn>
            </a:cxnLst>
            <a:rect l="T9" t="T10" r="T11" b="T12"/>
            <a:pathLst>
              <a:path w="265770" h="512956">
                <a:moveTo>
                  <a:pt x="265770" y="512956"/>
                </a:moveTo>
                <a:cubicBezTo>
                  <a:pt x="164480" y="394010"/>
                  <a:pt x="63190" y="275064"/>
                  <a:pt x="31595" y="189571"/>
                </a:cubicBezTo>
                <a:cubicBezTo>
                  <a:pt x="0" y="104078"/>
                  <a:pt x="76199" y="0"/>
                  <a:pt x="76199" y="0"/>
                </a:cubicBezTo>
              </a:path>
            </a:pathLst>
          </a:custGeom>
          <a:noFill/>
          <a:ln w="19050" cap="sq">
            <a:solidFill>
              <a:srgbClr val="FF000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3">
            <a:extLst>
              <a:ext uri="{FF2B5EF4-FFF2-40B4-BE49-F238E27FC236}">
                <a16:creationId xmlns:a16="http://schemas.microsoft.com/office/drawing/2014/main" id="{40671FA4-59CE-736B-6F69-1F305049833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0" hangingPunct="0">
              <a:spcBef>
                <a:spcPct val="0"/>
              </a:spcBef>
              <a:buClrTx/>
              <a:buSzTx/>
              <a:buFontTx/>
              <a:buNone/>
            </a:pPr>
            <a:fld id="{8D10731A-C20D-47B7-A2E4-EEC915407AAD}" type="slidenum">
              <a:rPr kumimoji="0" lang="en-US" altLang="en-US" sz="1400" smtClean="0">
                <a:latin typeface="Times New Roman" panose="02020603050405020304" pitchFamily="18" charset="0"/>
              </a:rPr>
              <a:pPr eaLnBrk="0" hangingPunct="0">
                <a:spcBef>
                  <a:spcPct val="0"/>
                </a:spcBef>
                <a:buClrTx/>
                <a:buSzTx/>
                <a:buFontTx/>
                <a:buNone/>
              </a:pPr>
              <a:t>20</a:t>
            </a:fld>
            <a:endParaRPr kumimoji="0" lang="en-US" altLang="en-US" sz="1400">
              <a:latin typeface="Times New Roman" panose="02020603050405020304" pitchFamily="18" charset="0"/>
            </a:endParaRPr>
          </a:p>
        </p:txBody>
      </p:sp>
      <p:sp>
        <p:nvSpPr>
          <p:cNvPr id="91139" name="Rectangle 2">
            <a:extLst>
              <a:ext uri="{FF2B5EF4-FFF2-40B4-BE49-F238E27FC236}">
                <a16:creationId xmlns:a16="http://schemas.microsoft.com/office/drawing/2014/main" id="{5691FD90-BC69-EC2B-73D1-75E507EEFE66}"/>
              </a:ext>
            </a:extLst>
          </p:cNvPr>
          <p:cNvSpPr>
            <a:spLocks noChangeArrowheads="1"/>
          </p:cNvSpPr>
          <p:nvPr/>
        </p:nvSpPr>
        <p:spPr bwMode="auto">
          <a:xfrm>
            <a:off x="1295400" y="304800"/>
            <a:ext cx="655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a:spcBef>
                <a:spcPct val="0"/>
              </a:spcBef>
              <a:buClrTx/>
              <a:buSzTx/>
              <a:buFontTx/>
              <a:buNone/>
            </a:pPr>
            <a:r>
              <a:rPr lang="en-US" altLang="en-US" sz="3600" b="1">
                <a:solidFill>
                  <a:schemeClr val="accent2"/>
                </a:solidFill>
                <a:latin typeface="Comic Sans MS" panose="030F0702030302020204" pitchFamily="66" charset="0"/>
              </a:rPr>
              <a:t>Tools</a:t>
            </a:r>
          </a:p>
        </p:txBody>
      </p:sp>
      <p:sp>
        <p:nvSpPr>
          <p:cNvPr id="21508" name="Rectangle 3">
            <a:extLst>
              <a:ext uri="{FF2B5EF4-FFF2-40B4-BE49-F238E27FC236}">
                <a16:creationId xmlns:a16="http://schemas.microsoft.com/office/drawing/2014/main" id="{81095E58-A0D4-45B3-5567-4D22C9F41123}"/>
              </a:ext>
            </a:extLst>
          </p:cNvPr>
          <p:cNvSpPr>
            <a:spLocks noGrp="1" noChangeArrowheads="1"/>
          </p:cNvSpPr>
          <p:nvPr>
            <p:ph type="body" idx="1"/>
          </p:nvPr>
        </p:nvSpPr>
        <p:spPr>
          <a:xfrm>
            <a:off x="609600" y="1066800"/>
            <a:ext cx="8229600" cy="5181600"/>
          </a:xfrm>
        </p:spPr>
        <p:txBody>
          <a:bodyPr/>
          <a:lstStyle/>
          <a:p>
            <a:pPr>
              <a:spcAft>
                <a:spcPts val="600"/>
              </a:spcAft>
              <a:buClr>
                <a:srgbClr val="000099"/>
              </a:buClr>
              <a:buSzPct val="100000"/>
              <a:buFont typeface="Arial" panose="020B0604020202020204" pitchFamily="34" charset="0"/>
              <a:buChar char="•"/>
              <a:defRPr/>
            </a:pPr>
            <a:r>
              <a:rPr lang="en-US" altLang="en-US" sz="2400" dirty="0">
                <a:solidFill>
                  <a:srgbClr val="000099"/>
                </a:solidFill>
                <a:ea typeface="ＭＳ Ｐゴシック" panose="020B0600070205080204" pitchFamily="34" charset="-128"/>
              </a:rPr>
              <a:t>diagrams.net </a:t>
            </a:r>
            <a:r>
              <a:rPr lang="en-US" altLang="en-US" sz="1800" dirty="0">
                <a:solidFill>
                  <a:srgbClr val="000099"/>
                </a:solidFill>
                <a:ea typeface="ＭＳ Ｐゴシック" panose="020B0600070205080204" pitchFamily="34" charset="-128"/>
              </a:rPr>
              <a:t>(</a:t>
            </a:r>
            <a:r>
              <a:rPr lang="en-US" altLang="en-US" sz="1800" dirty="0">
                <a:solidFill>
                  <a:srgbClr val="000099"/>
                </a:solidFill>
                <a:ea typeface="ＭＳ Ｐゴシック" panose="020B0600070205080204" pitchFamily="34" charset="-128"/>
                <a:hlinkClick r:id="rId3"/>
              </a:rPr>
              <a:t>https://app.diagrams.net/</a:t>
            </a:r>
            <a:r>
              <a:rPr lang="en-US" altLang="en-US" sz="1800" dirty="0">
                <a:solidFill>
                  <a:srgbClr val="000099"/>
                </a:solidFill>
                <a:ea typeface="ＭＳ Ｐゴシック" panose="020B0600070205080204" pitchFamily="34" charset="-128"/>
              </a:rPr>
              <a:t>)</a:t>
            </a:r>
            <a:r>
              <a:rPr lang="en-US" altLang="en-US" sz="1800" dirty="0">
                <a:solidFill>
                  <a:srgbClr val="000099"/>
                </a:solidFill>
                <a:ea typeface="ＭＳ Ｐゴシック" panose="020B0600070205080204" pitchFamily="34" charset="-128"/>
                <a:sym typeface="Wingdings" panose="05000000000000000000" pitchFamily="2" charset="2"/>
              </a:rPr>
              <a:t> </a:t>
            </a:r>
          </a:p>
          <a:p>
            <a:pPr lvl="1">
              <a:spcAft>
                <a:spcPts val="0"/>
              </a:spcAft>
              <a:buClr>
                <a:srgbClr val="000099"/>
              </a:buClr>
              <a:buFont typeface="Arial" panose="020B0604020202020204" pitchFamily="34" charset="0"/>
              <a:buChar char="•"/>
              <a:defRPr/>
            </a:pPr>
            <a:r>
              <a:rPr lang="en-US" altLang="en-US" sz="2000" dirty="0">
                <a:solidFill>
                  <a:srgbClr val="000099"/>
                </a:solidFill>
                <a:ea typeface="ＭＳ Ｐゴシック" panose="020B0600070205080204" pitchFamily="34" charset="-128"/>
                <a:sym typeface="Wingdings" panose="05000000000000000000" pitchFamily="2" charset="2"/>
              </a:rPr>
              <a:t>Free, simple and intuitive business diagramming</a:t>
            </a:r>
          </a:p>
          <a:p>
            <a:pPr lvl="1">
              <a:spcAft>
                <a:spcPts val="600"/>
              </a:spcAft>
              <a:buClr>
                <a:srgbClr val="000099"/>
              </a:buClr>
              <a:buFont typeface="Arial" panose="020B0604020202020204" pitchFamily="34" charset="0"/>
              <a:buChar char="•"/>
              <a:defRPr/>
            </a:pPr>
            <a:r>
              <a:rPr lang="en-US" altLang="en-US" sz="2000" dirty="0">
                <a:solidFill>
                  <a:srgbClr val="000099"/>
                </a:solidFill>
                <a:ea typeface="ＭＳ Ｐゴシック" panose="020B0600070205080204" pitchFamily="34" charset="-128"/>
              </a:rPr>
              <a:t>Not just for BPMs but many other diagrams</a:t>
            </a:r>
          </a:p>
          <a:p>
            <a:pPr lvl="1">
              <a:spcAft>
                <a:spcPts val="600"/>
              </a:spcAft>
              <a:buClr>
                <a:srgbClr val="000099"/>
              </a:buClr>
              <a:buFont typeface="Arial" panose="020B0604020202020204" pitchFamily="34" charset="0"/>
              <a:buChar char="•"/>
              <a:defRPr/>
            </a:pPr>
            <a:r>
              <a:rPr lang="en-US" altLang="en-US" sz="2000" dirty="0">
                <a:solidFill>
                  <a:srgbClr val="000099"/>
                </a:solidFill>
                <a:ea typeface="ＭＳ Ｐゴシック" panose="020B0600070205080204" pitchFamily="34" charset="-128"/>
              </a:rPr>
              <a:t>Online, no need to create an account</a:t>
            </a:r>
          </a:p>
          <a:p>
            <a:pPr>
              <a:spcAft>
                <a:spcPts val="600"/>
              </a:spcAft>
              <a:buClr>
                <a:srgbClr val="000099"/>
              </a:buClr>
              <a:buSzPct val="100000"/>
              <a:buFont typeface="Arial" panose="020B0604020202020204" pitchFamily="34" charset="0"/>
              <a:buChar char="•"/>
              <a:defRPr/>
            </a:pPr>
            <a:r>
              <a:rPr lang="en-US" altLang="en-US" sz="2200" dirty="0" err="1">
                <a:solidFill>
                  <a:srgbClr val="000099"/>
                </a:solidFill>
                <a:ea typeface="ＭＳ Ｐゴシック" panose="020B0600070205080204" pitchFamily="34" charset="-128"/>
              </a:rPr>
              <a:t>Lucidchart</a:t>
            </a:r>
            <a:r>
              <a:rPr lang="en-US" altLang="en-US" sz="2200" dirty="0">
                <a:solidFill>
                  <a:srgbClr val="000099"/>
                </a:solidFill>
                <a:ea typeface="ＭＳ Ｐゴシック" panose="020B0600070205080204" pitchFamily="34" charset="-128"/>
              </a:rPr>
              <a:t> </a:t>
            </a:r>
            <a:r>
              <a:rPr lang="en-US" altLang="en-US" sz="1800" dirty="0">
                <a:solidFill>
                  <a:srgbClr val="000099"/>
                </a:solidFill>
                <a:ea typeface="ＭＳ Ｐゴシック" panose="020B0600070205080204" pitchFamily="34" charset="-128"/>
              </a:rPr>
              <a:t>(</a:t>
            </a:r>
            <a:r>
              <a:rPr lang="en-US" altLang="en-US" sz="1800" dirty="0">
                <a:solidFill>
                  <a:srgbClr val="000099"/>
                </a:solidFill>
                <a:ea typeface="ＭＳ Ｐゴシック" panose="020B0600070205080204" pitchFamily="34" charset="-128"/>
                <a:hlinkClick r:id="rId4"/>
              </a:rPr>
              <a:t>https://lucid.co/lucidchart</a:t>
            </a:r>
            <a:r>
              <a:rPr lang="en-US" altLang="en-US" sz="1800" dirty="0">
                <a:solidFill>
                  <a:srgbClr val="000099"/>
                </a:solidFill>
                <a:ea typeface="ＭＳ Ｐゴシック" panose="020B0600070205080204" pitchFamily="34" charset="-128"/>
              </a:rPr>
              <a:t>)</a:t>
            </a:r>
          </a:p>
          <a:p>
            <a:pPr lvl="1">
              <a:spcAft>
                <a:spcPts val="0"/>
              </a:spcAft>
              <a:buClr>
                <a:srgbClr val="000099"/>
              </a:buClr>
              <a:buSzPct val="100000"/>
              <a:buFont typeface="Arial" panose="020B0604020202020204" pitchFamily="34" charset="0"/>
              <a:buChar char="•"/>
              <a:defRPr/>
            </a:pPr>
            <a:r>
              <a:rPr lang="en-US" altLang="en-US" sz="2000" dirty="0">
                <a:solidFill>
                  <a:srgbClr val="000099"/>
                </a:solidFill>
                <a:ea typeface="ＭＳ Ｐゴシック" panose="020B0600070205080204" pitchFamily="34" charset="-128"/>
                <a:sym typeface="Wingdings" panose="05000000000000000000" pitchFamily="2" charset="2"/>
              </a:rPr>
              <a:t>Free (with substantial limitations) and paid versions</a:t>
            </a:r>
          </a:p>
          <a:p>
            <a:pPr lvl="1">
              <a:spcAft>
                <a:spcPts val="0"/>
              </a:spcAft>
              <a:buClr>
                <a:srgbClr val="000099"/>
              </a:buClr>
              <a:buSzPct val="100000"/>
              <a:buFont typeface="Arial" panose="020B0604020202020204" pitchFamily="34" charset="0"/>
              <a:buChar char="•"/>
              <a:defRPr/>
            </a:pPr>
            <a:r>
              <a:rPr lang="en-US" altLang="en-US" sz="2000" dirty="0">
                <a:solidFill>
                  <a:srgbClr val="000099"/>
                </a:solidFill>
                <a:ea typeface="ＭＳ Ｐゴシック" panose="020B0600070205080204" pitchFamily="34" charset="-128"/>
                <a:sym typeface="Wingdings" panose="05000000000000000000" pitchFamily="2" charset="2"/>
              </a:rPr>
              <a:t>Need to create an account</a:t>
            </a:r>
          </a:p>
          <a:p>
            <a:pPr>
              <a:spcAft>
                <a:spcPts val="600"/>
              </a:spcAft>
              <a:buClr>
                <a:srgbClr val="000099"/>
              </a:buClr>
              <a:buSzPct val="100000"/>
              <a:buFont typeface="Arial" panose="020B0604020202020204" pitchFamily="34" charset="0"/>
              <a:buChar char="•"/>
              <a:defRPr/>
            </a:pPr>
            <a:r>
              <a:rPr lang="en-US" altLang="en-US" sz="2200" dirty="0">
                <a:solidFill>
                  <a:srgbClr val="000099"/>
                </a:solidFill>
                <a:ea typeface="ＭＳ Ｐゴシック" panose="020B0600070205080204" pitchFamily="34" charset="-128"/>
              </a:rPr>
              <a:t>Microsoft Visio </a:t>
            </a:r>
            <a:r>
              <a:rPr lang="en-US" altLang="en-US" sz="1800" dirty="0">
                <a:solidFill>
                  <a:srgbClr val="000099"/>
                </a:solidFill>
                <a:ea typeface="ＭＳ Ｐゴシック" panose="020B0600070205080204" pitchFamily="34" charset="-128"/>
              </a:rPr>
              <a:t>(</a:t>
            </a:r>
            <a:r>
              <a:rPr lang="en-US" altLang="en-US" sz="1800" dirty="0">
                <a:solidFill>
                  <a:srgbClr val="000099"/>
                </a:solidFill>
                <a:ea typeface="ＭＳ Ｐゴシック" panose="020B0600070205080204" pitchFamily="34" charset="-128"/>
                <a:hlinkClick r:id="rId5"/>
              </a:rPr>
              <a:t>https://www.microsoft.com/en-us/microsoft-365/visio</a:t>
            </a:r>
            <a:r>
              <a:rPr lang="en-US" altLang="en-US" sz="1800" dirty="0">
                <a:solidFill>
                  <a:srgbClr val="000099"/>
                </a:solidFill>
                <a:ea typeface="ＭＳ Ｐゴシック" panose="020B0600070205080204" pitchFamily="34" charset="-128"/>
              </a:rPr>
              <a:t>)</a:t>
            </a:r>
            <a:endParaRPr lang="en-US" altLang="en-US" sz="2200" dirty="0">
              <a:solidFill>
                <a:srgbClr val="000099"/>
              </a:solidFill>
              <a:ea typeface="ＭＳ Ｐゴシック" panose="020B0600070205080204" pitchFamily="34" charset="-128"/>
            </a:endParaRPr>
          </a:p>
          <a:p>
            <a:pPr lvl="1">
              <a:spcAft>
                <a:spcPts val="0"/>
              </a:spcAft>
              <a:buClr>
                <a:srgbClr val="000099"/>
              </a:buClr>
              <a:buSzPct val="100000"/>
              <a:buFont typeface="Arial" panose="020B0604020202020204" pitchFamily="34" charset="0"/>
              <a:buChar char="•"/>
              <a:defRPr/>
            </a:pPr>
            <a:r>
              <a:rPr lang="en-US" altLang="en-US" sz="2000" dirty="0">
                <a:solidFill>
                  <a:srgbClr val="000099"/>
                </a:solidFill>
                <a:ea typeface="ＭＳ Ｐゴシック" panose="020B0600070205080204" pitchFamily="34" charset="-128"/>
                <a:sym typeface="Wingdings" panose="05000000000000000000" pitchFamily="2" charset="2"/>
              </a:rPr>
              <a:t>Excellent diagraming tool, paid w/free trial versions</a:t>
            </a:r>
          </a:p>
          <a:p>
            <a:pPr marL="342900" lvl="1" indent="-342900">
              <a:spcAft>
                <a:spcPts val="600"/>
              </a:spcAft>
              <a:buClr>
                <a:srgbClr val="000099"/>
              </a:buClr>
              <a:buSzPct val="100000"/>
              <a:buFont typeface="Arial" panose="020B0604020202020204" pitchFamily="34" charset="0"/>
              <a:buChar char="•"/>
              <a:defRPr/>
            </a:pPr>
            <a:r>
              <a:rPr lang="en-US" altLang="en-US" sz="2200" dirty="0">
                <a:solidFill>
                  <a:srgbClr val="000099"/>
                </a:solidFill>
                <a:ea typeface="ＭＳ Ｐゴシック" panose="020B0600070205080204" pitchFamily="34" charset="-128"/>
                <a:cs typeface="+mn-cs"/>
              </a:rPr>
              <a:t>Smart Draw </a:t>
            </a:r>
            <a:r>
              <a:rPr lang="en-US" altLang="en-US" sz="1800" dirty="0">
                <a:solidFill>
                  <a:srgbClr val="000099"/>
                </a:solidFill>
                <a:ea typeface="ＭＳ Ｐゴシック" panose="020B0600070205080204" pitchFamily="34" charset="-128"/>
                <a:cs typeface="+mn-cs"/>
              </a:rPr>
              <a:t>(</a:t>
            </a:r>
            <a:r>
              <a:rPr lang="en-US" altLang="en-US" sz="1800" dirty="0">
                <a:solidFill>
                  <a:srgbClr val="000099"/>
                </a:solidFill>
                <a:ea typeface="ＭＳ Ｐゴシック" panose="020B0600070205080204" pitchFamily="34" charset="-128"/>
                <a:cs typeface="+mn-cs"/>
                <a:hlinkClick r:id="rId6"/>
              </a:rPr>
              <a:t>https://www.smartdraw.com/</a:t>
            </a:r>
            <a:r>
              <a:rPr lang="en-US" altLang="en-US" sz="1800" dirty="0">
                <a:solidFill>
                  <a:srgbClr val="000099"/>
                </a:solidFill>
                <a:ea typeface="ＭＳ Ｐゴシック" panose="020B0600070205080204" pitchFamily="34" charset="-128"/>
                <a:cs typeface="+mn-cs"/>
              </a:rPr>
              <a:t>)</a:t>
            </a:r>
            <a:endParaRPr lang="en-US" altLang="en-US" sz="2200" dirty="0">
              <a:solidFill>
                <a:srgbClr val="000099"/>
              </a:solidFill>
              <a:ea typeface="ＭＳ Ｐゴシック" panose="020B0600070205080204" pitchFamily="34" charset="-128"/>
              <a:cs typeface="+mn-cs"/>
            </a:endParaRPr>
          </a:p>
          <a:p>
            <a:pPr lvl="1">
              <a:spcAft>
                <a:spcPts val="0"/>
              </a:spcAft>
              <a:buClr>
                <a:srgbClr val="000099"/>
              </a:buClr>
              <a:buSzPct val="100000"/>
              <a:buFont typeface="Arial" panose="020B0604020202020204" pitchFamily="34" charset="0"/>
              <a:buChar char="•"/>
              <a:defRPr/>
            </a:pPr>
            <a:r>
              <a:rPr lang="en-US" altLang="en-US" sz="2000" dirty="0">
                <a:solidFill>
                  <a:srgbClr val="000099"/>
                </a:solidFill>
                <a:ea typeface="ＭＳ Ｐゴシック" panose="020B0600070205080204" pitchFamily="34" charset="-128"/>
                <a:sym typeface="Wingdings" panose="05000000000000000000" pitchFamily="2" charset="2"/>
              </a:rPr>
              <a:t>Excellent diagraming tool, paid w/free trial versions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27">
            <a:extLst>
              <a:ext uri="{FF2B5EF4-FFF2-40B4-BE49-F238E27FC236}">
                <a16:creationId xmlns:a16="http://schemas.microsoft.com/office/drawing/2014/main" id="{215F9C53-40B1-D053-A62C-08D4C2AE82C4}"/>
              </a:ext>
            </a:extLst>
          </p:cNvPr>
          <p:cNvSpPr>
            <a:spLocks noGrp="1" noChangeArrowheads="1"/>
          </p:cNvSpPr>
          <p:nvPr>
            <p:ph type="subTitle" idx="1"/>
          </p:nvPr>
        </p:nvSpPr>
        <p:spPr>
          <a:xfrm>
            <a:off x="127000" y="2813050"/>
            <a:ext cx="8890000" cy="609600"/>
          </a:xfrm>
        </p:spPr>
        <p:txBody>
          <a:bodyPr lIns="92075" tIns="46038" rIns="92075" bIns="46038"/>
          <a:lstStyle/>
          <a:p>
            <a:pPr algn="ctr"/>
            <a:r>
              <a:rPr lang="en-US" altLang="en-US" b="1">
                <a:solidFill>
                  <a:schemeClr val="accent2"/>
                </a:solidFill>
                <a:latin typeface="Comic Sans MS" panose="030F0702030302020204" pitchFamily="66" charset="0"/>
              </a:rPr>
              <a:t>BPM Examples</a:t>
            </a:r>
            <a:br>
              <a:rPr lang="en-US" altLang="en-US" sz="2800" b="1">
                <a:solidFill>
                  <a:schemeClr val="accent2"/>
                </a:solidFill>
                <a:latin typeface="Comic Sans MS" panose="030F0702030302020204" pitchFamily="66" charset="0"/>
              </a:rPr>
            </a:br>
            <a:endParaRPr lang="en-US"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112243F2-25B8-D773-9EC2-7E3DA7DE23FD}"/>
              </a:ext>
            </a:extLst>
          </p:cNvPr>
          <p:cNvSpPr>
            <a:spLocks noGrp="1" noChangeArrowheads="1"/>
          </p:cNvSpPr>
          <p:nvPr>
            <p:ph type="title"/>
          </p:nvPr>
        </p:nvSpPr>
        <p:spPr>
          <a:xfrm>
            <a:off x="609600" y="76200"/>
            <a:ext cx="5638800" cy="609600"/>
          </a:xfrm>
        </p:spPr>
        <p:txBody>
          <a:bodyPr lIns="92075" tIns="46038" rIns="92075" bIns="46038"/>
          <a:lstStyle/>
          <a:p>
            <a:pPr algn="ctr"/>
            <a:r>
              <a:rPr lang="en-US" altLang="en-US" sz="2000">
                <a:latin typeface="Arial Unicode MS" pitchFamily="34" charset="-128"/>
                <a:ea typeface="ＭＳ Ｐゴシック" panose="020B0600070205080204" pitchFamily="34" charset="-128"/>
              </a:rPr>
              <a:t>BPM Example: Westin Lima Hotel Management</a:t>
            </a:r>
            <a:endParaRPr lang="en-US" altLang="en-US" sz="1600">
              <a:latin typeface="Arial Unicode MS" pitchFamily="34" charset="-128"/>
              <a:ea typeface="ＭＳ Ｐゴシック" panose="020B0600070205080204" pitchFamily="34" charset="-128"/>
            </a:endParaRPr>
          </a:p>
        </p:txBody>
      </p:sp>
      <p:pic>
        <p:nvPicPr>
          <p:cNvPr id="95235" name="Picture 1">
            <a:extLst>
              <a:ext uri="{FF2B5EF4-FFF2-40B4-BE49-F238E27FC236}">
                <a16:creationId xmlns:a16="http://schemas.microsoft.com/office/drawing/2014/main" id="{699CDFF1-0A23-DD07-8758-4360A76AA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762000"/>
            <a:ext cx="8253413" cy="570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7C854E0-FA8A-9629-6ABE-DE4031977DAA}"/>
              </a:ext>
            </a:extLst>
          </p:cNvPr>
          <p:cNvSpPr>
            <a:spLocks noGrp="1" noChangeArrowheads="1"/>
          </p:cNvSpPr>
          <p:nvPr>
            <p:ph type="title"/>
          </p:nvPr>
        </p:nvSpPr>
        <p:spPr>
          <a:xfrm>
            <a:off x="1900238" y="457200"/>
            <a:ext cx="5638800" cy="609600"/>
          </a:xfrm>
        </p:spPr>
        <p:txBody>
          <a:bodyPr lIns="92075" tIns="46038" rIns="92075" bIns="46038"/>
          <a:lstStyle/>
          <a:p>
            <a:pPr algn="ctr"/>
            <a:r>
              <a:rPr lang="en-US" altLang="en-US" sz="2000">
                <a:latin typeface="Arial Unicode MS" pitchFamily="34" charset="-128"/>
                <a:ea typeface="ＭＳ Ｐゴシック" panose="020B0600070205080204" pitchFamily="34" charset="-128"/>
              </a:rPr>
              <a:t>BPM Example: Check-In Process Improvement</a:t>
            </a:r>
            <a:endParaRPr lang="en-US" altLang="en-US" sz="1600">
              <a:latin typeface="Arial Unicode MS" pitchFamily="34" charset="-128"/>
              <a:ea typeface="ＭＳ Ｐゴシック" panose="020B0600070205080204" pitchFamily="34" charset="-128"/>
            </a:endParaRPr>
          </a:p>
        </p:txBody>
      </p:sp>
      <p:pic>
        <p:nvPicPr>
          <p:cNvPr id="97283" name="Picture 2">
            <a:extLst>
              <a:ext uri="{FF2B5EF4-FFF2-40B4-BE49-F238E27FC236}">
                <a16:creationId xmlns:a16="http://schemas.microsoft.com/office/drawing/2014/main" id="{EA007FD7-7FA0-75C2-A10B-4934ACC3A7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068388"/>
            <a:ext cx="6858000" cy="524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DE0EF324-DC23-AE40-2921-D0D251DBD8AE}"/>
              </a:ext>
            </a:extLst>
          </p:cNvPr>
          <p:cNvSpPr>
            <a:spLocks noGrp="1" noChangeArrowheads="1"/>
          </p:cNvSpPr>
          <p:nvPr>
            <p:ph type="title"/>
          </p:nvPr>
        </p:nvSpPr>
        <p:spPr>
          <a:xfrm>
            <a:off x="990600" y="50800"/>
            <a:ext cx="5638800" cy="609600"/>
          </a:xfrm>
        </p:spPr>
        <p:txBody>
          <a:bodyPr lIns="92075" tIns="46038" rIns="92075" bIns="46038"/>
          <a:lstStyle/>
          <a:p>
            <a:pPr algn="ctr"/>
            <a:r>
              <a:rPr lang="en-US" altLang="en-US" sz="2000">
                <a:latin typeface="Arial Unicode MS" pitchFamily="34" charset="-128"/>
                <a:ea typeface="ＭＳ Ｐゴシック" panose="020B0600070205080204" pitchFamily="34" charset="-128"/>
              </a:rPr>
              <a:t>BPM Example: Energy Assistance Process</a:t>
            </a:r>
            <a:endParaRPr lang="en-US" altLang="en-US" sz="1600">
              <a:latin typeface="Arial Unicode MS" pitchFamily="34" charset="-128"/>
              <a:ea typeface="ＭＳ Ｐゴシック" panose="020B0600070205080204" pitchFamily="34" charset="-128"/>
            </a:endParaRPr>
          </a:p>
        </p:txBody>
      </p:sp>
      <p:pic>
        <p:nvPicPr>
          <p:cNvPr id="99331" name="Picture 2">
            <a:extLst>
              <a:ext uri="{FF2B5EF4-FFF2-40B4-BE49-F238E27FC236}">
                <a16:creationId xmlns:a16="http://schemas.microsoft.com/office/drawing/2014/main" id="{BAD7A2FC-B32A-F14F-838E-260192D64B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646113"/>
            <a:ext cx="7518400" cy="613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51C4A2D-40EC-84E1-128C-433E29E756DF}"/>
              </a:ext>
            </a:extLst>
          </p:cNvPr>
          <p:cNvSpPr txBox="1">
            <a:spLocks/>
          </p:cNvSpPr>
          <p:nvPr/>
        </p:nvSpPr>
        <p:spPr bwMode="auto">
          <a:xfrm>
            <a:off x="304800" y="6350"/>
            <a:ext cx="8534400" cy="2387600"/>
          </a:xfrm>
          <a:prstGeom prst="rect">
            <a:avLst/>
          </a:prstGeom>
          <a:noFill/>
          <a:ln w="12700" cap="sq">
            <a:noFill/>
            <a:miter lim="800000"/>
            <a:headEnd type="none" w="sm" len="sm"/>
            <a:tailEnd type="none" w="sm" len="sm"/>
          </a:ln>
        </p:spPr>
        <p:txBody>
          <a:bodyPr anchor="ctr"/>
          <a:lstStyle>
            <a:lvl1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mj-lt"/>
                <a:ea typeface="+mj-ea"/>
                <a:cs typeface="+mj-cs"/>
              </a:defRPr>
            </a:lvl1pPr>
            <a:lvl2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2pPr>
            <a:lvl3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3pPr>
            <a:lvl4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4pPr>
            <a:lvl5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5pPr>
            <a:lvl6pPr marL="4572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6pPr>
            <a:lvl7pPr marL="9144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7pPr>
            <a:lvl8pPr marL="13716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8pPr>
            <a:lvl9pPr marL="18288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9pPr>
          </a:lstStyle>
          <a:p>
            <a:pPr algn="ctr">
              <a:defRPr/>
            </a:pPr>
            <a:endParaRPr lang="en-US" altLang="en-US" sz="3600" kern="0" dirty="0">
              <a:latin typeface="Comic Sans MS" panose="030F0702030302020204" pitchFamily="66" charset="0"/>
            </a:endParaRPr>
          </a:p>
        </p:txBody>
      </p:sp>
      <p:sp>
        <p:nvSpPr>
          <p:cNvPr id="7" name="Title 1">
            <a:extLst>
              <a:ext uri="{FF2B5EF4-FFF2-40B4-BE49-F238E27FC236}">
                <a16:creationId xmlns:a16="http://schemas.microsoft.com/office/drawing/2014/main" id="{21933B1F-C5C0-92DF-3DDD-FEC63EE54678}"/>
              </a:ext>
            </a:extLst>
          </p:cNvPr>
          <p:cNvSpPr txBox="1">
            <a:spLocks/>
          </p:cNvSpPr>
          <p:nvPr/>
        </p:nvSpPr>
        <p:spPr bwMode="auto">
          <a:xfrm>
            <a:off x="1143000" y="4724400"/>
            <a:ext cx="6858000" cy="1600200"/>
          </a:xfrm>
          <a:prstGeom prst="rect">
            <a:avLst/>
          </a:prstGeom>
          <a:noFill/>
          <a:ln w="12700" cap="sq">
            <a:noFill/>
            <a:miter lim="800000"/>
            <a:headEnd type="none" w="sm" len="sm"/>
            <a:tailEnd type="none" w="sm" len="sm"/>
          </a:ln>
        </p:spPr>
        <p:txBody>
          <a:bodyPr anchor="ctr"/>
          <a:lstStyle>
            <a:lvl1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mj-lt"/>
                <a:ea typeface="+mj-ea"/>
                <a:cs typeface="+mj-cs"/>
              </a:defRPr>
            </a:lvl1pPr>
            <a:lvl2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2pPr>
            <a:lvl3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3pPr>
            <a:lvl4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4pPr>
            <a:lvl5pPr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5pPr>
            <a:lvl6pPr marL="4572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6pPr>
            <a:lvl7pPr marL="9144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7pPr>
            <a:lvl8pPr marL="13716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8pPr>
            <a:lvl9pPr marL="1828800" algn="l" rtl="0" eaLnBrk="0" fontAlgn="base" hangingPunct="0">
              <a:spcBef>
                <a:spcPct val="20000"/>
              </a:spcBef>
              <a:spcAft>
                <a:spcPct val="0"/>
              </a:spcAft>
              <a:buClr>
                <a:schemeClr val="tx1"/>
              </a:buClr>
              <a:buSzPct val="70000"/>
              <a:buFont typeface="Monotype Sorts" pitchFamily="2" charset="2"/>
              <a:defRPr kumimoji="1" sz="3200">
                <a:solidFill>
                  <a:schemeClr val="tx1"/>
                </a:solidFill>
                <a:latin typeface="Arial" charset="0"/>
              </a:defRPr>
            </a:lvl9pPr>
          </a:lstStyle>
          <a:p>
            <a:pPr algn="ctr">
              <a:defRPr/>
            </a:pPr>
            <a:r>
              <a:rPr lang="en-US" altLang="en-US" sz="4800" kern="0" dirty="0">
                <a:solidFill>
                  <a:srgbClr val="0070C0"/>
                </a:solidFill>
                <a:latin typeface="Comic Sans MS" panose="030F0702030302020204" pitchFamily="66" charset="0"/>
              </a:rPr>
              <a:t>Questions</a:t>
            </a:r>
          </a:p>
        </p:txBody>
      </p:sp>
      <p:sp>
        <p:nvSpPr>
          <p:cNvPr id="101380" name="Slide Number Placeholder 3">
            <a:extLst>
              <a:ext uri="{FF2B5EF4-FFF2-40B4-BE49-F238E27FC236}">
                <a16:creationId xmlns:a16="http://schemas.microsoft.com/office/drawing/2014/main" id="{C9B6B87A-486F-6B15-8CE1-87D2906FAFEF}"/>
              </a:ext>
            </a:extLst>
          </p:cNvPr>
          <p:cNvSpPr txBox="1">
            <a:spLocks noGrp="1"/>
          </p:cNvSpPr>
          <p:nvPr/>
        </p:nvSpPr>
        <p:spPr bwMode="auto">
          <a:xfrm>
            <a:off x="8534400" y="7458075"/>
            <a:ext cx="6096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0000"/>
              <a:buFont typeface="Monotype Sorts" pitchFamily="2"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gn="ctr" eaLnBrk="1" hangingPunct="1">
              <a:spcBef>
                <a:spcPct val="0"/>
              </a:spcBef>
              <a:buClrTx/>
              <a:buSzTx/>
              <a:buFontTx/>
              <a:buNone/>
            </a:pPr>
            <a:fld id="{2BE6810F-449E-4DA7-9030-EA857D0B66E2}" type="slidenum">
              <a:rPr kumimoji="0" lang="en-US" altLang="en-US" sz="1200"/>
              <a:pPr algn="ctr" eaLnBrk="1" hangingPunct="1">
                <a:spcBef>
                  <a:spcPct val="0"/>
                </a:spcBef>
                <a:buClrTx/>
                <a:buSzTx/>
                <a:buFontTx/>
                <a:buNone/>
              </a:pPr>
              <a:t>25</a:t>
            </a:fld>
            <a:endParaRPr kumimoji="0" lang="en-US" altLang="en-US" sz="1200"/>
          </a:p>
        </p:txBody>
      </p:sp>
      <p:pic>
        <p:nvPicPr>
          <p:cNvPr id="101381" name="Picture 8">
            <a:extLst>
              <a:ext uri="{FF2B5EF4-FFF2-40B4-BE49-F238E27FC236}">
                <a16:creationId xmlns:a16="http://schemas.microsoft.com/office/drawing/2014/main" id="{45C40B35-3D55-BD86-8ABB-8C1242C85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243512"/>
            <a:ext cx="8509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Snagit_PPT154D">
            <a:extLst>
              <a:ext uri="{FF2B5EF4-FFF2-40B4-BE49-F238E27FC236}">
                <a16:creationId xmlns:a16="http://schemas.microsoft.com/office/drawing/2014/main" id="{870D2C66-0956-37B0-A938-3A5AEC2D57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3570" y="762000"/>
            <a:ext cx="3497230"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3" name="Snagit_PPTDEAC">
            <a:extLst>
              <a:ext uri="{FF2B5EF4-FFF2-40B4-BE49-F238E27FC236}">
                <a16:creationId xmlns:a16="http://schemas.microsoft.com/office/drawing/2014/main" id="{DF7DB4A3-25BE-B8C0-4732-D3321EAF92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0851" y="838200"/>
            <a:ext cx="1295400" cy="9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theme/theme1.xml><?xml version="1.0" encoding="utf-8"?>
<a:theme xmlns:a="http://schemas.openxmlformats.org/drawingml/2006/main" name="1_AU Kogod Standard">
  <a:themeElements>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fontScheme name="AU Kogod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AU Kogod Standard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AU Kogod Standard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AU Kogod Standar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U Kogod Standard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AU Kogod Standard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AU Kogod Standard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AU Kogod Standard">
  <a:themeElements>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fontScheme name="AU Kogod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AU Kogod Standard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AU Kogod Standard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AU Kogod Standar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U Kogod Standard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AU Kogod Standard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AU Kogod Standard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AU Kogod Standard">
  <a:themeElements>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fontScheme name="AU Kogod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AU Kogod Standard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AU Kogod Standard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AU Kogod Standar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U Kogod Standard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AU Kogod Standard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AU Kogod Standard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2.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3.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4.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5.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6.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7.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8.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ppt/theme/themeOverride9.xml><?xml version="1.0" encoding="utf-8"?>
<a:themeOverride xmlns:a="http://schemas.openxmlformats.org/drawingml/2006/main">
  <a:clrScheme name="">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0033CC"/>
    </a:hlink>
    <a:folHlink>
      <a:srgbClr val="B4242E"/>
    </a:folHlink>
  </a:clrScheme>
</a:themeOverride>
</file>

<file path=docProps/app.xml><?xml version="1.0" encoding="utf-8"?>
<Properties xmlns="http://schemas.openxmlformats.org/officeDocument/2006/extended-properties" xmlns:vt="http://schemas.openxmlformats.org/officeDocument/2006/docPropsVTypes">
  <Template/>
  <TotalTime>10040</TotalTime>
  <Words>1929</Words>
  <Application>Microsoft Office PowerPoint</Application>
  <PresentationFormat>On-screen Show (4:3)</PresentationFormat>
  <Paragraphs>200</Paragraphs>
  <Slides>25</Slides>
  <Notes>25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25</vt:i4>
      </vt:variant>
    </vt:vector>
  </HeadingPairs>
  <TitlesOfParts>
    <vt:vector size="35" baseType="lpstr">
      <vt:lpstr>ＭＳ Ｐゴシック</vt:lpstr>
      <vt:lpstr>Arial</vt:lpstr>
      <vt:lpstr>Arial Unicode MS</vt:lpstr>
      <vt:lpstr>Comic Sans MS</vt:lpstr>
      <vt:lpstr>Monotype Sorts</vt:lpstr>
      <vt:lpstr>Times New Roman</vt:lpstr>
      <vt:lpstr>Wingdings</vt:lpstr>
      <vt:lpstr>1_AU Kogod Standard</vt:lpstr>
      <vt:lpstr>AU Kogod Standard</vt:lpstr>
      <vt:lpstr>2_AU Kogod Standard</vt:lpstr>
      <vt:lpstr>PowerPoint Presentation</vt:lpstr>
      <vt:lpstr>PowerPoint Presentation</vt:lpstr>
      <vt:lpstr>PowerPoint Presentation</vt:lpstr>
      <vt:lpstr>PowerPoint Presentation</vt:lpstr>
      <vt:lpstr>PowerPoint Presentation</vt:lpstr>
      <vt:lpstr>Business Process Examples</vt:lpstr>
      <vt:lpstr>PowerPoint Presentation</vt:lpstr>
      <vt:lpstr>PowerPoint Presentation</vt:lpstr>
      <vt:lpstr>Drivers of Business Process Improvement</vt:lpstr>
      <vt:lpstr>Process Improvement Goals</vt:lpstr>
      <vt:lpstr>Tom Davenport’s: 5 Steps to Business Process Improvement</vt:lpstr>
      <vt:lpstr>PowerPoint Presentation</vt:lpstr>
      <vt:lpstr>Cross-Functional BPM Main Symbols</vt:lpstr>
      <vt:lpstr>Cross-Functional BPM Main Symbols (cont’d.)</vt:lpstr>
      <vt:lpstr>BPM Example - Current Cross-Functional Flowchart</vt:lpstr>
      <vt:lpstr>BPM Example – Proposed</vt:lpstr>
      <vt:lpstr>BPM Example – Proposed</vt:lpstr>
      <vt:lpstr>BPM Example – High Level Diagram</vt:lpstr>
      <vt:lpstr>BPM Example: Defined Process Details</vt:lpstr>
      <vt:lpstr>PowerPoint Presentation</vt:lpstr>
      <vt:lpstr>PowerPoint Presentation</vt:lpstr>
      <vt:lpstr>BPM Example: Westin Lima Hotel Management</vt:lpstr>
      <vt:lpstr>BPM Example: Check-In Process Improvement</vt:lpstr>
      <vt:lpstr>BPM Example: Energy Assistance Process</vt:lpstr>
      <vt:lpstr>PowerPoint Presentation</vt:lpstr>
    </vt:vector>
  </TitlesOfParts>
  <Company>American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 Alberto Espinosa</dc:creator>
  <cp:lastModifiedBy>Jibe4 Fun</cp:lastModifiedBy>
  <cp:revision>552</cp:revision>
  <cp:lastPrinted>2000-08-27T16:41:50Z</cp:lastPrinted>
  <dcterms:created xsi:type="dcterms:W3CDTF">2000-08-04T14:32:25Z</dcterms:created>
  <dcterms:modified xsi:type="dcterms:W3CDTF">2026-07-21T19:11:50Z</dcterms:modified>
</cp:coreProperties>
</file>